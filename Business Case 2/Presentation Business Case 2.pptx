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69" r:id="rId4"/>
    <p:sldId id="270" r:id="rId5"/>
    <p:sldId id="264" r:id="rId6"/>
    <p:sldId id="259" r:id="rId7"/>
    <p:sldId id="260" r:id="rId8"/>
    <p:sldId id="261" r:id="rId9"/>
    <p:sldId id="262" r:id="rId10"/>
    <p:sldId id="263" r:id="rId11"/>
    <p:sldId id="273" r:id="rId12"/>
    <p:sldId id="274" r:id="rId13"/>
    <p:sldId id="265" r:id="rId14"/>
    <p:sldId id="266" r:id="rId15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4221BE-86BF-EF4D-91D6-66BF7E49012A}" v="44" dt="2026-04-21T11:37:26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/>
    <p:restoredTop sz="94747"/>
  </p:normalViewPr>
  <p:slideViewPr>
    <p:cSldViewPr snapToGrid="0">
      <p:cViewPr varScale="1">
        <p:scale>
          <a:sx n="98" d="100"/>
          <a:sy n="98" d="100"/>
        </p:scale>
        <p:origin x="192" y="7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Pellegrini" userId="fe425aab-f46d-4045-8d9f-a42dc3ff5fb7" providerId="ADAL" clId="{664221BE-86BF-EF4D-91D6-66BF7E49012A}"/>
    <pc:docChg chg="undo redo custSel addSld modSld">
      <pc:chgData name="Alberto Pellegrini" userId="fe425aab-f46d-4045-8d9f-a42dc3ff5fb7" providerId="ADAL" clId="{664221BE-86BF-EF4D-91D6-66BF7E49012A}" dt="2026-04-21T11:38:09.600" v="1122" actId="1076"/>
      <pc:docMkLst>
        <pc:docMk/>
      </pc:docMkLst>
      <pc:sldChg chg="modSp mod">
        <pc:chgData name="Alberto Pellegrini" userId="fe425aab-f46d-4045-8d9f-a42dc3ff5fb7" providerId="ADAL" clId="{664221BE-86BF-EF4D-91D6-66BF7E49012A}" dt="2026-04-21T10:44:23.953" v="30" actId="20577"/>
        <pc:sldMkLst>
          <pc:docMk/>
          <pc:sldMk cId="2711812494" sldId="262"/>
        </pc:sldMkLst>
        <pc:spChg chg="mod">
          <ac:chgData name="Alberto Pellegrini" userId="fe425aab-f46d-4045-8d9f-a42dc3ff5fb7" providerId="ADAL" clId="{664221BE-86BF-EF4D-91D6-66BF7E49012A}" dt="2026-04-21T10:44:23.953" v="30" actId="20577"/>
          <ac:spMkLst>
            <pc:docMk/>
            <pc:sldMk cId="2711812494" sldId="262"/>
            <ac:spMk id="3" creationId="{30FF765E-28B0-CEBD-DB65-73013ECC01A3}"/>
          </ac:spMkLst>
        </pc:spChg>
      </pc:sldChg>
      <pc:sldChg chg="addSp delSp modSp mod">
        <pc:chgData name="Alberto Pellegrini" userId="fe425aab-f46d-4045-8d9f-a42dc3ff5fb7" providerId="ADAL" clId="{664221BE-86BF-EF4D-91D6-66BF7E49012A}" dt="2026-04-21T11:09:35.938" v="671" actId="20577"/>
        <pc:sldMkLst>
          <pc:docMk/>
          <pc:sldMk cId="3122913677" sldId="263"/>
        </pc:sldMkLst>
        <pc:spChg chg="mod">
          <ac:chgData name="Alberto Pellegrini" userId="fe425aab-f46d-4045-8d9f-a42dc3ff5fb7" providerId="ADAL" clId="{664221BE-86BF-EF4D-91D6-66BF7E49012A}" dt="2026-04-21T10:55:00.296" v="241" actId="26606"/>
          <ac:spMkLst>
            <pc:docMk/>
            <pc:sldMk cId="3122913677" sldId="263"/>
            <ac:spMk id="2" creationId="{7908DCEC-E89E-55E9-2F56-5BF7097F9BD5}"/>
          </ac:spMkLst>
        </pc:spChg>
        <pc:spChg chg="mod">
          <ac:chgData name="Alberto Pellegrini" userId="fe425aab-f46d-4045-8d9f-a42dc3ff5fb7" providerId="ADAL" clId="{664221BE-86BF-EF4D-91D6-66BF7E49012A}" dt="2026-04-21T11:09:35.938" v="671" actId="20577"/>
          <ac:spMkLst>
            <pc:docMk/>
            <pc:sldMk cId="3122913677" sldId="263"/>
            <ac:spMk id="3" creationId="{40B0091A-D449-C13E-37B0-7FA624E1C833}"/>
          </ac:spMkLst>
        </pc:spChg>
        <pc:spChg chg="add del">
          <ac:chgData name="Alberto Pellegrini" userId="fe425aab-f46d-4045-8d9f-a42dc3ff5fb7" providerId="ADAL" clId="{664221BE-86BF-EF4D-91D6-66BF7E49012A}" dt="2026-04-21T10:55:00.296" v="241" actId="26606"/>
          <ac:spMkLst>
            <pc:docMk/>
            <pc:sldMk cId="3122913677" sldId="263"/>
            <ac:spMk id="9" creationId="{058A14AF-9FB5-4CC7-BA35-E8E85D3EDF0E}"/>
          </ac:spMkLst>
        </pc:spChg>
        <pc:spChg chg="add del">
          <ac:chgData name="Alberto Pellegrini" userId="fe425aab-f46d-4045-8d9f-a42dc3ff5fb7" providerId="ADAL" clId="{664221BE-86BF-EF4D-91D6-66BF7E49012A}" dt="2026-04-21T10:55:00.296" v="241" actId="26606"/>
          <ac:spMkLst>
            <pc:docMk/>
            <pc:sldMk cId="3122913677" sldId="263"/>
            <ac:spMk id="11" creationId="{3A9A4357-BD1D-4622-A4FE-766E6AB8DE84}"/>
          </ac:spMkLst>
        </pc:spChg>
        <pc:spChg chg="add del">
          <ac:chgData name="Alberto Pellegrini" userId="fe425aab-f46d-4045-8d9f-a42dc3ff5fb7" providerId="ADAL" clId="{664221BE-86BF-EF4D-91D6-66BF7E49012A}" dt="2026-04-21T10:55:00.296" v="241" actId="26606"/>
          <ac:spMkLst>
            <pc:docMk/>
            <pc:sldMk cId="3122913677" sldId="263"/>
            <ac:spMk id="13" creationId="{E659831F-0D9A-4C63-9EBB-8435B85A440F}"/>
          </ac:spMkLst>
        </pc:spChg>
        <pc:spChg chg="add del">
          <ac:chgData name="Alberto Pellegrini" userId="fe425aab-f46d-4045-8d9f-a42dc3ff5fb7" providerId="ADAL" clId="{664221BE-86BF-EF4D-91D6-66BF7E49012A}" dt="2026-04-21T10:55:00.296" v="241" actId="26606"/>
          <ac:spMkLst>
            <pc:docMk/>
            <pc:sldMk cId="3122913677" sldId="263"/>
            <ac:spMk id="15" creationId="{E6995CE5-F890-4ABA-82A2-26507CE8D2A3}"/>
          </ac:spMkLst>
        </pc:spChg>
        <pc:picChg chg="add del">
          <ac:chgData name="Alberto Pellegrini" userId="fe425aab-f46d-4045-8d9f-a42dc3ff5fb7" providerId="ADAL" clId="{664221BE-86BF-EF4D-91D6-66BF7E49012A}" dt="2026-04-21T10:55:41.139" v="247" actId="478"/>
          <ac:picMkLst>
            <pc:docMk/>
            <pc:sldMk cId="3122913677" sldId="263"/>
            <ac:picMk id="4" creationId="{15BD64E4-9B54-1444-1944-DE0E98B9533C}"/>
          </ac:picMkLst>
        </pc:picChg>
        <pc:picChg chg="add mod">
          <ac:chgData name="Alberto Pellegrini" userId="fe425aab-f46d-4045-8d9f-a42dc3ff5fb7" providerId="ADAL" clId="{664221BE-86BF-EF4D-91D6-66BF7E49012A}" dt="2026-04-21T10:55:08.538" v="245"/>
          <ac:picMkLst>
            <pc:docMk/>
            <pc:sldMk cId="3122913677" sldId="263"/>
            <ac:picMk id="5" creationId="{A2B85CB3-8873-1156-F905-DC8AB932C92A}"/>
          </ac:picMkLst>
        </pc:picChg>
        <pc:picChg chg="add mod">
          <ac:chgData name="Alberto Pellegrini" userId="fe425aab-f46d-4045-8d9f-a42dc3ff5fb7" providerId="ADAL" clId="{664221BE-86BF-EF4D-91D6-66BF7E49012A}" dt="2026-04-21T10:55:52.010" v="250" actId="1076"/>
          <ac:picMkLst>
            <pc:docMk/>
            <pc:sldMk cId="3122913677" sldId="263"/>
            <ac:picMk id="6" creationId="{47EF2062-83F7-F4B2-D7C0-0D59DBD8975C}"/>
          </ac:picMkLst>
        </pc:picChg>
        <pc:cxnChg chg="add del">
          <ac:chgData name="Alberto Pellegrini" userId="fe425aab-f46d-4045-8d9f-a42dc3ff5fb7" providerId="ADAL" clId="{664221BE-86BF-EF4D-91D6-66BF7E49012A}" dt="2026-04-21T10:55:00.296" v="241" actId="26606"/>
          <ac:cxnSpMkLst>
            <pc:docMk/>
            <pc:sldMk cId="3122913677" sldId="263"/>
            <ac:cxnSpMk id="20" creationId="{37C77032-C865-6057-7D7A-E2743CFA20F9}"/>
          </ac:cxnSpMkLst>
        </pc:cxnChg>
      </pc:sldChg>
      <pc:sldChg chg="addSp delSp modSp mod">
        <pc:chgData name="Alberto Pellegrini" userId="fe425aab-f46d-4045-8d9f-a42dc3ff5fb7" providerId="ADAL" clId="{664221BE-86BF-EF4D-91D6-66BF7E49012A}" dt="2026-04-21T11:38:09.600" v="1122" actId="1076"/>
        <pc:sldMkLst>
          <pc:docMk/>
          <pc:sldMk cId="1077990462" sldId="265"/>
        </pc:sldMkLst>
        <pc:spChg chg="mod">
          <ac:chgData name="Alberto Pellegrini" userId="fe425aab-f46d-4045-8d9f-a42dc3ff5fb7" providerId="ADAL" clId="{664221BE-86BF-EF4D-91D6-66BF7E49012A}" dt="2026-04-21T11:33:33.258" v="944" actId="26606"/>
          <ac:spMkLst>
            <pc:docMk/>
            <pc:sldMk cId="1077990462" sldId="265"/>
            <ac:spMk id="2" creationId="{E6B4B504-8FFD-A827-E266-CD0EF3DA24D6}"/>
          </ac:spMkLst>
        </pc:spChg>
        <pc:spChg chg="add mod ord">
          <ac:chgData name="Alberto Pellegrini" userId="fe425aab-f46d-4045-8d9f-a42dc3ff5fb7" providerId="ADAL" clId="{664221BE-86BF-EF4D-91D6-66BF7E49012A}" dt="2026-04-21T11:36:10.366" v="1111" actId="14100"/>
          <ac:spMkLst>
            <pc:docMk/>
            <pc:sldMk cId="1077990462" sldId="265"/>
            <ac:spMk id="5" creationId="{B0CBA706-B86A-69A5-68D7-076EEA9D706F}"/>
          </ac:spMkLst>
        </pc:spChg>
        <pc:spChg chg="del">
          <ac:chgData name="Alberto Pellegrini" userId="fe425aab-f46d-4045-8d9f-a42dc3ff5fb7" providerId="ADAL" clId="{664221BE-86BF-EF4D-91D6-66BF7E49012A}" dt="2026-04-21T11:33:33.258" v="944" actId="26606"/>
          <ac:spMkLst>
            <pc:docMk/>
            <pc:sldMk cId="1077990462" sldId="265"/>
            <ac:spMk id="27" creationId="{E18F6E8B-15ED-43C7-94BA-91549A651C73}"/>
          </ac:spMkLst>
        </pc:spChg>
        <pc:spChg chg="del">
          <ac:chgData name="Alberto Pellegrini" userId="fe425aab-f46d-4045-8d9f-a42dc3ff5fb7" providerId="ADAL" clId="{664221BE-86BF-EF4D-91D6-66BF7E49012A}" dt="2026-04-21T11:33:33.258" v="944" actId="26606"/>
          <ac:spMkLst>
            <pc:docMk/>
            <pc:sldMk cId="1077990462" sldId="265"/>
            <ac:spMk id="34" creationId="{B81933D1-5615-42C7-9C0B-4EB7105CCE2D}"/>
          </ac:spMkLst>
        </pc:spChg>
        <pc:spChg chg="del">
          <ac:chgData name="Alberto Pellegrini" userId="fe425aab-f46d-4045-8d9f-a42dc3ff5fb7" providerId="ADAL" clId="{664221BE-86BF-EF4D-91D6-66BF7E49012A}" dt="2026-04-21T11:33:33.258" v="944" actId="26606"/>
          <ac:spMkLst>
            <pc:docMk/>
            <pc:sldMk cId="1077990462" sldId="265"/>
            <ac:spMk id="36" creationId="{B089A89A-1E9C-4761-9DFF-53C275FBF870}"/>
          </ac:spMkLst>
        </pc:spChg>
        <pc:spChg chg="del">
          <ac:chgData name="Alberto Pellegrini" userId="fe425aab-f46d-4045-8d9f-a42dc3ff5fb7" providerId="ADAL" clId="{664221BE-86BF-EF4D-91D6-66BF7E49012A}" dt="2026-04-21T11:33:33.258" v="944" actId="26606"/>
          <ac:spMkLst>
            <pc:docMk/>
            <pc:sldMk cId="1077990462" sldId="265"/>
            <ac:spMk id="38" creationId="{19C9EAEA-39D0-4B0E-A0EB-51E7B26740B1}"/>
          </ac:spMkLst>
        </pc:spChg>
        <pc:spChg chg="add">
          <ac:chgData name="Alberto Pellegrini" userId="fe425aab-f46d-4045-8d9f-a42dc3ff5fb7" providerId="ADAL" clId="{664221BE-86BF-EF4D-91D6-66BF7E49012A}" dt="2026-04-21T11:33:33.258" v="944" actId="26606"/>
          <ac:spMkLst>
            <pc:docMk/>
            <pc:sldMk cId="1077990462" sldId="265"/>
            <ac:spMk id="43" creationId="{922F19F4-FE70-43DC-856F-2CE5F521DC48}"/>
          </ac:spMkLst>
        </pc:spChg>
        <pc:spChg chg="add">
          <ac:chgData name="Alberto Pellegrini" userId="fe425aab-f46d-4045-8d9f-a42dc3ff5fb7" providerId="ADAL" clId="{664221BE-86BF-EF4D-91D6-66BF7E49012A}" dt="2026-04-21T11:33:33.258" v="944" actId="26606"/>
          <ac:spMkLst>
            <pc:docMk/>
            <pc:sldMk cId="1077990462" sldId="265"/>
            <ac:spMk id="50" creationId="{D5B0017B-2ECA-49AF-B397-DC140825DF8D}"/>
          </ac:spMkLst>
        </pc:spChg>
        <pc:spChg chg="add">
          <ac:chgData name="Alberto Pellegrini" userId="fe425aab-f46d-4045-8d9f-a42dc3ff5fb7" providerId="ADAL" clId="{664221BE-86BF-EF4D-91D6-66BF7E49012A}" dt="2026-04-21T11:33:33.258" v="944" actId="26606"/>
          <ac:spMkLst>
            <pc:docMk/>
            <pc:sldMk cId="1077990462" sldId="265"/>
            <ac:spMk id="52" creationId="{395ECC94-3D5E-46A7-A7A1-DE807E1563B4}"/>
          </ac:spMkLst>
        </pc:spChg>
        <pc:spChg chg="add">
          <ac:chgData name="Alberto Pellegrini" userId="fe425aab-f46d-4045-8d9f-a42dc3ff5fb7" providerId="ADAL" clId="{664221BE-86BF-EF4D-91D6-66BF7E49012A}" dt="2026-04-21T11:33:33.258" v="944" actId="26606"/>
          <ac:spMkLst>
            <pc:docMk/>
            <pc:sldMk cId="1077990462" sldId="265"/>
            <ac:spMk id="54" creationId="{7E549738-9961-462D-81B7-4A7A44691102}"/>
          </ac:spMkLst>
        </pc:spChg>
        <pc:grpChg chg="del">
          <ac:chgData name="Alberto Pellegrini" userId="fe425aab-f46d-4045-8d9f-a42dc3ff5fb7" providerId="ADAL" clId="{664221BE-86BF-EF4D-91D6-66BF7E49012A}" dt="2026-04-21T11:33:33.258" v="944" actId="26606"/>
          <ac:grpSpMkLst>
            <pc:docMk/>
            <pc:sldMk cId="1077990462" sldId="265"/>
            <ac:grpSpMk id="29" creationId="{032D8612-31EB-44CF-A1D0-14FD4C705424}"/>
          </ac:grpSpMkLst>
        </pc:grpChg>
        <pc:grpChg chg="add">
          <ac:chgData name="Alberto Pellegrini" userId="fe425aab-f46d-4045-8d9f-a42dc3ff5fb7" providerId="ADAL" clId="{664221BE-86BF-EF4D-91D6-66BF7E49012A}" dt="2026-04-21T11:33:33.258" v="944" actId="26606"/>
          <ac:grpSpMkLst>
            <pc:docMk/>
            <pc:sldMk cId="1077990462" sldId="265"/>
            <ac:grpSpMk id="45" creationId="{AE1C45F0-260A-458C-96ED-C1F6D2151219}"/>
          </ac:grpSpMkLst>
        </pc:grpChg>
        <pc:picChg chg="add mod">
          <ac:chgData name="Alberto Pellegrini" userId="fe425aab-f46d-4045-8d9f-a42dc3ff5fb7" providerId="ADAL" clId="{664221BE-86BF-EF4D-91D6-66BF7E49012A}" dt="2026-04-21T11:37:44.383" v="1117" actId="1076"/>
          <ac:picMkLst>
            <pc:docMk/>
            <pc:sldMk cId="1077990462" sldId="265"/>
            <ac:picMk id="3" creationId="{4A4A8C68-3FA4-5497-371F-7B6030737009}"/>
          </ac:picMkLst>
        </pc:picChg>
        <pc:picChg chg="add mod">
          <ac:chgData name="Alberto Pellegrini" userId="fe425aab-f46d-4045-8d9f-a42dc3ff5fb7" providerId="ADAL" clId="{664221BE-86BF-EF4D-91D6-66BF7E49012A}" dt="2026-04-21T11:37:52.417" v="1121" actId="1076"/>
          <ac:picMkLst>
            <pc:docMk/>
            <pc:sldMk cId="1077990462" sldId="265"/>
            <ac:picMk id="4" creationId="{0A065A5F-8074-14D6-1290-7C7DFEF20CC0}"/>
          </ac:picMkLst>
        </pc:picChg>
        <pc:picChg chg="del">
          <ac:chgData name="Alberto Pellegrini" userId="fe425aab-f46d-4045-8d9f-a42dc3ff5fb7" providerId="ADAL" clId="{664221BE-86BF-EF4D-91D6-66BF7E49012A}" dt="2026-04-21T11:32:10.653" v="934" actId="478"/>
          <ac:picMkLst>
            <pc:docMk/>
            <pc:sldMk cId="1077990462" sldId="265"/>
            <ac:picMk id="6" creationId="{4E50E23A-BA19-BF2C-705E-6A9A2D6EEF30}"/>
          </ac:picMkLst>
        </pc:picChg>
        <pc:picChg chg="del">
          <ac:chgData name="Alberto Pellegrini" userId="fe425aab-f46d-4045-8d9f-a42dc3ff5fb7" providerId="ADAL" clId="{664221BE-86BF-EF4D-91D6-66BF7E49012A}" dt="2026-04-21T11:32:14.689" v="936" actId="478"/>
          <ac:picMkLst>
            <pc:docMk/>
            <pc:sldMk cId="1077990462" sldId="265"/>
            <ac:picMk id="7" creationId="{D50F00D0-B252-A866-337F-341C8DD20A75}"/>
          </ac:picMkLst>
        </pc:picChg>
        <pc:picChg chg="add mod">
          <ac:chgData name="Alberto Pellegrini" userId="fe425aab-f46d-4045-8d9f-a42dc3ff5fb7" providerId="ADAL" clId="{664221BE-86BF-EF4D-91D6-66BF7E49012A}" dt="2026-04-21T11:38:09.600" v="1122" actId="1076"/>
          <ac:picMkLst>
            <pc:docMk/>
            <pc:sldMk cId="1077990462" sldId="265"/>
            <ac:picMk id="8" creationId="{C982BF45-6B63-FCE0-E010-DA0F2C5C93A6}"/>
          </ac:picMkLst>
        </pc:picChg>
        <pc:cxnChg chg="add">
          <ac:chgData name="Alberto Pellegrini" userId="fe425aab-f46d-4045-8d9f-a42dc3ff5fb7" providerId="ADAL" clId="{664221BE-86BF-EF4D-91D6-66BF7E49012A}" dt="2026-04-21T11:33:33.258" v="944" actId="26606"/>
          <ac:cxnSpMkLst>
            <pc:docMk/>
            <pc:sldMk cId="1077990462" sldId="265"/>
            <ac:cxnSpMk id="56" creationId="{6CF1BAF6-AD41-4082-B212-8A1F9A2E8779}"/>
          </ac:cxnSpMkLst>
        </pc:cxnChg>
      </pc:sldChg>
      <pc:sldChg chg="addSp delSp modSp mod">
        <pc:chgData name="Alberto Pellegrini" userId="fe425aab-f46d-4045-8d9f-a42dc3ff5fb7" providerId="ADAL" clId="{664221BE-86BF-EF4D-91D6-66BF7E49012A}" dt="2026-04-21T11:30:10.065" v="907" actId="27636"/>
        <pc:sldMkLst>
          <pc:docMk/>
          <pc:sldMk cId="511298942" sldId="266"/>
        </pc:sldMkLst>
        <pc:spChg chg="mod">
          <ac:chgData name="Alberto Pellegrini" userId="fe425aab-f46d-4045-8d9f-a42dc3ff5fb7" providerId="ADAL" clId="{664221BE-86BF-EF4D-91D6-66BF7E49012A}" dt="2026-04-21T11:29:59.895" v="905" actId="26606"/>
          <ac:spMkLst>
            <pc:docMk/>
            <pc:sldMk cId="511298942" sldId="266"/>
            <ac:spMk id="2" creationId="{B0459ACC-28A5-3733-5BAC-BC78557DEB2A}"/>
          </ac:spMkLst>
        </pc:spChg>
        <pc:spChg chg="mod ord">
          <ac:chgData name="Alberto Pellegrini" userId="fe425aab-f46d-4045-8d9f-a42dc3ff5fb7" providerId="ADAL" clId="{664221BE-86BF-EF4D-91D6-66BF7E49012A}" dt="2026-04-21T11:30:10.065" v="907" actId="27636"/>
          <ac:spMkLst>
            <pc:docMk/>
            <pc:sldMk cId="511298942" sldId="266"/>
            <ac:spMk id="18" creationId="{1CC8BFED-C2AA-9C3E-FE79-72DA40444E44}"/>
          </ac:spMkLst>
        </pc:spChg>
        <pc:spChg chg="add del">
          <ac:chgData name="Alberto Pellegrini" userId="fe425aab-f46d-4045-8d9f-a42dc3ff5fb7" providerId="ADAL" clId="{664221BE-86BF-EF4D-91D6-66BF7E49012A}" dt="2026-04-21T11:29:59.895" v="905" actId="26606"/>
          <ac:spMkLst>
            <pc:docMk/>
            <pc:sldMk cId="511298942" sldId="266"/>
            <ac:spMk id="21" creationId="{201CC55D-ED54-4C5C-95E6-10947BD1103B}"/>
          </ac:spMkLst>
        </pc:spChg>
        <pc:spChg chg="add del">
          <ac:chgData name="Alberto Pellegrini" userId="fe425aab-f46d-4045-8d9f-a42dc3ff5fb7" providerId="ADAL" clId="{664221BE-86BF-EF4D-91D6-66BF7E49012A}" dt="2026-04-21T11:29:59.895" v="905" actId="26606"/>
          <ac:spMkLst>
            <pc:docMk/>
            <pc:sldMk cId="511298942" sldId="266"/>
            <ac:spMk id="27" creationId="{3873B707-463F-40B0-8227-E8CC6C67EB25}"/>
          </ac:spMkLst>
        </pc:spChg>
        <pc:spChg chg="add del">
          <ac:chgData name="Alberto Pellegrini" userId="fe425aab-f46d-4045-8d9f-a42dc3ff5fb7" providerId="ADAL" clId="{664221BE-86BF-EF4D-91D6-66BF7E49012A}" dt="2026-04-21T11:29:59.895" v="905" actId="26606"/>
          <ac:spMkLst>
            <pc:docMk/>
            <pc:sldMk cId="511298942" sldId="266"/>
            <ac:spMk id="29" creationId="{C13237C8-E62C-4F0D-A318-BD6FB6C2D138}"/>
          </ac:spMkLst>
        </pc:spChg>
        <pc:spChg chg="add del">
          <ac:chgData name="Alberto Pellegrini" userId="fe425aab-f46d-4045-8d9f-a42dc3ff5fb7" providerId="ADAL" clId="{664221BE-86BF-EF4D-91D6-66BF7E49012A}" dt="2026-04-21T11:29:59.895" v="905" actId="26606"/>
          <ac:spMkLst>
            <pc:docMk/>
            <pc:sldMk cId="511298942" sldId="266"/>
            <ac:spMk id="31" creationId="{19C9EAEA-39D0-4B0E-A0EB-51E7B26740B1}"/>
          </ac:spMkLst>
        </pc:spChg>
        <pc:spChg chg="add del">
          <ac:chgData name="Alberto Pellegrini" userId="fe425aab-f46d-4045-8d9f-a42dc3ff5fb7" providerId="ADAL" clId="{664221BE-86BF-EF4D-91D6-66BF7E49012A}" dt="2026-04-21T11:29:59.895" v="905" actId="26606"/>
          <ac:spMkLst>
            <pc:docMk/>
            <pc:sldMk cId="511298942" sldId="266"/>
            <ac:spMk id="36" creationId="{2EB492CD-616E-47F8-933B-5E2D952A0593}"/>
          </ac:spMkLst>
        </pc:spChg>
        <pc:spChg chg="add del">
          <ac:chgData name="Alberto Pellegrini" userId="fe425aab-f46d-4045-8d9f-a42dc3ff5fb7" providerId="ADAL" clId="{664221BE-86BF-EF4D-91D6-66BF7E49012A}" dt="2026-04-21T11:29:59.895" v="905" actId="26606"/>
          <ac:spMkLst>
            <pc:docMk/>
            <pc:sldMk cId="511298942" sldId="266"/>
            <ac:spMk id="38" creationId="{59383CF9-23B5-4335-9B21-1791C4CF1C75}"/>
          </ac:spMkLst>
        </pc:spChg>
        <pc:spChg chg="add del">
          <ac:chgData name="Alberto Pellegrini" userId="fe425aab-f46d-4045-8d9f-a42dc3ff5fb7" providerId="ADAL" clId="{664221BE-86BF-EF4D-91D6-66BF7E49012A}" dt="2026-04-21T11:29:59.895" v="905" actId="26606"/>
          <ac:spMkLst>
            <pc:docMk/>
            <pc:sldMk cId="511298942" sldId="266"/>
            <ac:spMk id="40" creationId="{0007FE00-9498-4706-B255-6437B0252C02}"/>
          </ac:spMkLst>
        </pc:spChg>
        <pc:grpChg chg="add del">
          <ac:chgData name="Alberto Pellegrini" userId="fe425aab-f46d-4045-8d9f-a42dc3ff5fb7" providerId="ADAL" clId="{664221BE-86BF-EF4D-91D6-66BF7E49012A}" dt="2026-04-21T11:29:59.895" v="905" actId="26606"/>
          <ac:grpSpMkLst>
            <pc:docMk/>
            <pc:sldMk cId="511298942" sldId="266"/>
            <ac:grpSpMk id="23" creationId="{1DE889C7-FAD6-4397-98E2-05D503484459}"/>
          </ac:grpSpMkLst>
        </pc:grpChg>
        <pc:picChg chg="add mod">
          <ac:chgData name="Alberto Pellegrini" userId="fe425aab-f46d-4045-8d9f-a42dc3ff5fb7" providerId="ADAL" clId="{664221BE-86BF-EF4D-91D6-66BF7E49012A}" dt="2026-04-21T11:29:59.895" v="905" actId="26606"/>
          <ac:picMkLst>
            <pc:docMk/>
            <pc:sldMk cId="511298942" sldId="266"/>
            <ac:picMk id="3" creationId="{61E066AC-A800-F7D2-CFB7-82648E8127F7}"/>
          </ac:picMkLst>
        </pc:picChg>
        <pc:picChg chg="del">
          <ac:chgData name="Alberto Pellegrini" userId="fe425aab-f46d-4045-8d9f-a42dc3ff5fb7" providerId="ADAL" clId="{664221BE-86BF-EF4D-91D6-66BF7E49012A}" dt="2026-04-21T11:22:06.628" v="833" actId="478"/>
          <ac:picMkLst>
            <pc:docMk/>
            <pc:sldMk cId="511298942" sldId="266"/>
            <ac:picMk id="4" creationId="{E400C289-9228-D74D-4825-DAE8D1CB7D72}"/>
          </ac:picMkLst>
        </pc:picChg>
      </pc:sldChg>
      <pc:sldChg chg="modSp mod">
        <pc:chgData name="Alberto Pellegrini" userId="fe425aab-f46d-4045-8d9f-a42dc3ff5fb7" providerId="ADAL" clId="{664221BE-86BF-EF4D-91D6-66BF7E49012A}" dt="2026-04-21T10:48:48.513" v="192" actId="113"/>
        <pc:sldMkLst>
          <pc:docMk/>
          <pc:sldMk cId="3260691938" sldId="273"/>
        </pc:sldMkLst>
        <pc:spChg chg="mod">
          <ac:chgData name="Alberto Pellegrini" userId="fe425aab-f46d-4045-8d9f-a42dc3ff5fb7" providerId="ADAL" clId="{664221BE-86BF-EF4D-91D6-66BF7E49012A}" dt="2026-04-21T10:48:48.513" v="192" actId="113"/>
          <ac:spMkLst>
            <pc:docMk/>
            <pc:sldMk cId="3260691938" sldId="273"/>
            <ac:spMk id="3" creationId="{CBF1AA00-B026-CA5C-9DA4-643CB1A7F398}"/>
          </ac:spMkLst>
        </pc:spChg>
      </pc:sldChg>
      <pc:sldChg chg="addSp delSp modSp add mod">
        <pc:chgData name="Alberto Pellegrini" userId="fe425aab-f46d-4045-8d9f-a42dc3ff5fb7" providerId="ADAL" clId="{664221BE-86BF-EF4D-91D6-66BF7E49012A}" dt="2026-04-21T11:18:53.212" v="823" actId="1076"/>
        <pc:sldMkLst>
          <pc:docMk/>
          <pc:sldMk cId="3182116143" sldId="274"/>
        </pc:sldMkLst>
        <pc:spChg chg="mod ord">
          <ac:chgData name="Alberto Pellegrini" userId="fe425aab-f46d-4045-8d9f-a42dc3ff5fb7" providerId="ADAL" clId="{664221BE-86BF-EF4D-91D6-66BF7E49012A}" dt="2026-04-21T11:17:40.117" v="798" actId="26606"/>
          <ac:spMkLst>
            <pc:docMk/>
            <pc:sldMk cId="3182116143" sldId="274"/>
            <ac:spMk id="2" creationId="{807CB0B3-ECB7-A649-EBD4-94160ACB3DF4}"/>
          </ac:spMkLst>
        </pc:spChg>
        <pc:spChg chg="mod ord">
          <ac:chgData name="Alberto Pellegrini" userId="fe425aab-f46d-4045-8d9f-a42dc3ff5fb7" providerId="ADAL" clId="{664221BE-86BF-EF4D-91D6-66BF7E49012A}" dt="2026-04-21T11:18:51.088" v="822" actId="1076"/>
          <ac:spMkLst>
            <pc:docMk/>
            <pc:sldMk cId="3182116143" sldId="274"/>
            <ac:spMk id="3" creationId="{2681FA55-F22F-8DC6-06BF-5F943A186F9A}"/>
          </ac:spMkLst>
        </pc:spChg>
        <pc:spChg chg="add del mod">
          <ac:chgData name="Alberto Pellegrini" userId="fe425aab-f46d-4045-8d9f-a42dc3ff5fb7" providerId="ADAL" clId="{664221BE-86BF-EF4D-91D6-66BF7E49012A}" dt="2026-04-21T11:05:22.734" v="561" actId="478"/>
          <ac:spMkLst>
            <pc:docMk/>
            <pc:sldMk cId="3182116143" sldId="274"/>
            <ac:spMk id="5" creationId="{17EEB918-2A02-3C88-A475-1ACD45E9B8C6}"/>
          </ac:spMkLst>
        </pc:spChg>
        <pc:spChg chg="add del">
          <ac:chgData name="Alberto Pellegrini" userId="fe425aab-f46d-4045-8d9f-a42dc3ff5fb7" providerId="ADAL" clId="{664221BE-86BF-EF4D-91D6-66BF7E49012A}" dt="2026-04-21T11:17:10.086" v="794" actId="26606"/>
          <ac:spMkLst>
            <pc:docMk/>
            <pc:sldMk cId="3182116143" sldId="274"/>
            <ac:spMk id="14" creationId="{3205CDEC-24E3-1811-8AA4-889C37D9C909}"/>
          </ac:spMkLst>
        </pc:spChg>
        <pc:spChg chg="add del">
          <ac:chgData name="Alberto Pellegrini" userId="fe425aab-f46d-4045-8d9f-a42dc3ff5fb7" providerId="ADAL" clId="{664221BE-86BF-EF4D-91D6-66BF7E49012A}" dt="2026-04-21T11:17:10.086" v="794" actId="26606"/>
          <ac:spMkLst>
            <pc:docMk/>
            <pc:sldMk cId="3182116143" sldId="274"/>
            <ac:spMk id="19" creationId="{8C801891-AD9F-980D-88D1-1F183A26BC8E}"/>
          </ac:spMkLst>
        </pc:spChg>
        <pc:spChg chg="add del">
          <ac:chgData name="Alberto Pellegrini" userId="fe425aab-f46d-4045-8d9f-a42dc3ff5fb7" providerId="ADAL" clId="{664221BE-86BF-EF4D-91D6-66BF7E49012A}" dt="2026-04-21T11:14:16.400" v="674" actId="26606"/>
          <ac:spMkLst>
            <pc:docMk/>
            <pc:sldMk cId="3182116143" sldId="274"/>
            <ac:spMk id="24" creationId="{149FB5C3-7336-4FE0-A30C-CC0A3646D499}"/>
          </ac:spMkLst>
        </pc:spChg>
        <pc:spChg chg="add del">
          <ac:chgData name="Alberto Pellegrini" userId="fe425aab-f46d-4045-8d9f-a42dc3ff5fb7" providerId="ADAL" clId="{664221BE-86BF-EF4D-91D6-66BF7E49012A}" dt="2026-04-21T11:17:10.086" v="794" actId="26606"/>
          <ac:spMkLst>
            <pc:docMk/>
            <pc:sldMk cId="3182116143" sldId="274"/>
            <ac:spMk id="26" creationId="{26CAED0A-2A45-4C9C-BCDD-21A8A092C5F3}"/>
          </ac:spMkLst>
        </pc:spChg>
        <pc:spChg chg="add del">
          <ac:chgData name="Alberto Pellegrini" userId="fe425aab-f46d-4045-8d9f-a42dc3ff5fb7" providerId="ADAL" clId="{664221BE-86BF-EF4D-91D6-66BF7E49012A}" dt="2026-04-21T11:03:00.661" v="529" actId="26606"/>
          <ac:spMkLst>
            <pc:docMk/>
            <pc:sldMk cId="3182116143" sldId="274"/>
            <ac:spMk id="27" creationId="{058A14AF-9FB5-4CC7-BA35-E8E85D3EDF0E}"/>
          </ac:spMkLst>
        </pc:spChg>
        <pc:spChg chg="add del">
          <ac:chgData name="Alberto Pellegrini" userId="fe425aab-f46d-4045-8d9f-a42dc3ff5fb7" providerId="ADAL" clId="{664221BE-86BF-EF4D-91D6-66BF7E49012A}" dt="2026-04-21T11:14:16.400" v="674" actId="26606"/>
          <ac:spMkLst>
            <pc:docMk/>
            <pc:sldMk cId="3182116143" sldId="274"/>
            <ac:spMk id="28" creationId="{0DA909B4-15FF-46A6-8A7F-7AEF977FE9ED}"/>
          </ac:spMkLst>
        </pc:spChg>
        <pc:spChg chg="add del">
          <ac:chgData name="Alberto Pellegrini" userId="fe425aab-f46d-4045-8d9f-a42dc3ff5fb7" providerId="ADAL" clId="{664221BE-86BF-EF4D-91D6-66BF7E49012A}" dt="2026-04-21T11:03:00.661" v="529" actId="26606"/>
          <ac:spMkLst>
            <pc:docMk/>
            <pc:sldMk cId="3182116143" sldId="274"/>
            <ac:spMk id="29" creationId="{3A9A4357-BD1D-4622-A4FE-766E6AB8DE84}"/>
          </ac:spMkLst>
        </pc:spChg>
        <pc:spChg chg="add del">
          <ac:chgData name="Alberto Pellegrini" userId="fe425aab-f46d-4045-8d9f-a42dc3ff5fb7" providerId="ADAL" clId="{664221BE-86BF-EF4D-91D6-66BF7E49012A}" dt="2026-04-21T11:17:10.086" v="794" actId="26606"/>
          <ac:spMkLst>
            <pc:docMk/>
            <pc:sldMk cId="3182116143" sldId="274"/>
            <ac:spMk id="30" creationId="{3A9A4357-BD1D-4622-A4FE-766E6AB8DE84}"/>
          </ac:spMkLst>
        </pc:spChg>
        <pc:spChg chg="add del">
          <ac:chgData name="Alberto Pellegrini" userId="fe425aab-f46d-4045-8d9f-a42dc3ff5fb7" providerId="ADAL" clId="{664221BE-86BF-EF4D-91D6-66BF7E49012A}" dt="2026-04-21T11:03:00.661" v="529" actId="26606"/>
          <ac:spMkLst>
            <pc:docMk/>
            <pc:sldMk cId="3182116143" sldId="274"/>
            <ac:spMk id="31" creationId="{E659831F-0D9A-4C63-9EBB-8435B85A440F}"/>
          </ac:spMkLst>
        </pc:spChg>
        <pc:spChg chg="add del">
          <ac:chgData name="Alberto Pellegrini" userId="fe425aab-f46d-4045-8d9f-a42dc3ff5fb7" providerId="ADAL" clId="{664221BE-86BF-EF4D-91D6-66BF7E49012A}" dt="2026-04-21T11:17:10.086" v="794" actId="26606"/>
          <ac:spMkLst>
            <pc:docMk/>
            <pc:sldMk cId="3182116143" sldId="274"/>
            <ac:spMk id="32" creationId="{E659831F-0D9A-4C63-9EBB-8435B85A440F}"/>
          </ac:spMkLst>
        </pc:spChg>
        <pc:spChg chg="add del">
          <ac:chgData name="Alberto Pellegrini" userId="fe425aab-f46d-4045-8d9f-a42dc3ff5fb7" providerId="ADAL" clId="{664221BE-86BF-EF4D-91D6-66BF7E49012A}" dt="2026-04-21T11:03:00.661" v="529" actId="26606"/>
          <ac:spMkLst>
            <pc:docMk/>
            <pc:sldMk cId="3182116143" sldId="274"/>
            <ac:spMk id="33" creationId="{E6995CE5-F890-4ABA-82A2-26507CE8D2A3}"/>
          </ac:spMkLst>
        </pc:spChg>
        <pc:spChg chg="add del">
          <ac:chgData name="Alberto Pellegrini" userId="fe425aab-f46d-4045-8d9f-a42dc3ff5fb7" providerId="ADAL" clId="{664221BE-86BF-EF4D-91D6-66BF7E49012A}" dt="2026-04-21T11:15:00.700" v="692" actId="26606"/>
          <ac:spMkLst>
            <pc:docMk/>
            <pc:sldMk cId="3182116143" sldId="274"/>
            <ac:spMk id="34" creationId="{D5B0017B-2ECA-49AF-B397-DC140825DF8D}"/>
          </ac:spMkLst>
        </pc:spChg>
        <pc:spChg chg="add del">
          <ac:chgData name="Alberto Pellegrini" userId="fe425aab-f46d-4045-8d9f-a42dc3ff5fb7" providerId="ADAL" clId="{664221BE-86BF-EF4D-91D6-66BF7E49012A}" dt="2026-04-21T11:14:16.400" v="674" actId="26606"/>
          <ac:spMkLst>
            <pc:docMk/>
            <pc:sldMk cId="3182116143" sldId="274"/>
            <ac:spMk id="35" creationId="{1382A32C-5B0C-4B1C-A074-76C6DBCC9F87}"/>
          </ac:spMkLst>
        </pc:spChg>
        <pc:spChg chg="add del">
          <ac:chgData name="Alberto Pellegrini" userId="fe425aab-f46d-4045-8d9f-a42dc3ff5fb7" providerId="ADAL" clId="{664221BE-86BF-EF4D-91D6-66BF7E49012A}" dt="2026-04-21T11:15:00.700" v="692" actId="26606"/>
          <ac:spMkLst>
            <pc:docMk/>
            <pc:sldMk cId="3182116143" sldId="274"/>
            <ac:spMk id="36" creationId="{395ECC94-3D5E-46A7-A7A1-DE807E1563B4}"/>
          </ac:spMkLst>
        </pc:spChg>
        <pc:spChg chg="add del">
          <ac:chgData name="Alberto Pellegrini" userId="fe425aab-f46d-4045-8d9f-a42dc3ff5fb7" providerId="ADAL" clId="{664221BE-86BF-EF4D-91D6-66BF7E49012A}" dt="2026-04-21T11:14:28.097" v="676" actId="26606"/>
          <ac:spMkLst>
            <pc:docMk/>
            <pc:sldMk cId="3182116143" sldId="274"/>
            <ac:spMk id="37" creationId="{352BEC0E-22F8-46D0-9632-375DB541B06C}"/>
          </ac:spMkLst>
        </pc:spChg>
        <pc:spChg chg="add del">
          <ac:chgData name="Alberto Pellegrini" userId="fe425aab-f46d-4045-8d9f-a42dc3ff5fb7" providerId="ADAL" clId="{664221BE-86BF-EF4D-91D6-66BF7E49012A}" dt="2026-04-21T11:14:28.097" v="676" actId="26606"/>
          <ac:spMkLst>
            <pc:docMk/>
            <pc:sldMk cId="3182116143" sldId="274"/>
            <ac:spMk id="38" creationId="{3FCFB1DE-0B7E-48CC-BA90-B2AB0889F9D6}"/>
          </ac:spMkLst>
        </pc:spChg>
        <pc:spChg chg="add del">
          <ac:chgData name="Alberto Pellegrini" userId="fe425aab-f46d-4045-8d9f-a42dc3ff5fb7" providerId="ADAL" clId="{664221BE-86BF-EF4D-91D6-66BF7E49012A}" dt="2026-04-21T11:17:10.086" v="794" actId="26606"/>
          <ac:spMkLst>
            <pc:docMk/>
            <pc:sldMk cId="3182116143" sldId="274"/>
            <ac:spMk id="39" creationId="{E6995CE5-F890-4ABA-82A2-26507CE8D2A3}"/>
          </ac:spMkLst>
        </pc:spChg>
        <pc:spChg chg="add del">
          <ac:chgData name="Alberto Pellegrini" userId="fe425aab-f46d-4045-8d9f-a42dc3ff5fb7" providerId="ADAL" clId="{664221BE-86BF-EF4D-91D6-66BF7E49012A}" dt="2026-04-21T11:14:32.675" v="678" actId="26606"/>
          <ac:spMkLst>
            <pc:docMk/>
            <pc:sldMk cId="3182116143" sldId="274"/>
            <ac:spMk id="40" creationId="{8761DDFE-071F-4200-B0AA-394476C2D2D6}"/>
          </ac:spMkLst>
        </pc:spChg>
        <pc:spChg chg="add del">
          <ac:chgData name="Alberto Pellegrini" userId="fe425aab-f46d-4045-8d9f-a42dc3ff5fb7" providerId="ADAL" clId="{664221BE-86BF-EF4D-91D6-66BF7E49012A}" dt="2026-04-21T11:17:19.898" v="797" actId="26606"/>
          <ac:spMkLst>
            <pc:docMk/>
            <pc:sldMk cId="3182116143" sldId="274"/>
            <ac:spMk id="41" creationId="{394842B0-684D-44CC-B4BC-D13331CFD290}"/>
          </ac:spMkLst>
        </pc:spChg>
        <pc:spChg chg="add del">
          <ac:chgData name="Alberto Pellegrini" userId="fe425aab-f46d-4045-8d9f-a42dc3ff5fb7" providerId="ADAL" clId="{664221BE-86BF-EF4D-91D6-66BF7E49012A}" dt="2026-04-21T11:14:33.428" v="680" actId="26606"/>
          <ac:spMkLst>
            <pc:docMk/>
            <pc:sldMk cId="3182116143" sldId="274"/>
            <ac:spMk id="42" creationId="{2CB962CF-61A3-4EF9-94F6-7C59B0329524}"/>
          </ac:spMkLst>
        </pc:spChg>
        <pc:spChg chg="add">
          <ac:chgData name="Alberto Pellegrini" userId="fe425aab-f46d-4045-8d9f-a42dc3ff5fb7" providerId="ADAL" clId="{664221BE-86BF-EF4D-91D6-66BF7E49012A}" dt="2026-04-21T11:17:40.117" v="798" actId="26606"/>
          <ac:spMkLst>
            <pc:docMk/>
            <pc:sldMk cId="3182116143" sldId="274"/>
            <ac:spMk id="43" creationId="{149FB5C3-7336-4FE0-A30C-CC0A3646D499}"/>
          </ac:spMkLst>
        </pc:spChg>
        <pc:spChg chg="add del">
          <ac:chgData name="Alberto Pellegrini" userId="fe425aab-f46d-4045-8d9f-a42dc3ff5fb7" providerId="ADAL" clId="{664221BE-86BF-EF4D-91D6-66BF7E49012A}" dt="2026-04-21T11:14:36.242" v="682" actId="26606"/>
          <ac:spMkLst>
            <pc:docMk/>
            <pc:sldMk cId="3182116143" sldId="274"/>
            <ac:spMk id="44" creationId="{69D47016-023F-44BD-981C-50E7A10A6609}"/>
          </ac:spMkLst>
        </pc:spChg>
        <pc:spChg chg="add del">
          <ac:chgData name="Alberto Pellegrini" userId="fe425aab-f46d-4045-8d9f-a42dc3ff5fb7" providerId="ADAL" clId="{664221BE-86BF-EF4D-91D6-66BF7E49012A}" dt="2026-04-21T11:14:36.242" v="682" actId="26606"/>
          <ac:spMkLst>
            <pc:docMk/>
            <pc:sldMk cId="3182116143" sldId="274"/>
            <ac:spMk id="45" creationId="{6D8B37B0-0682-433E-BC8D-498C04ABD9A7}"/>
          </ac:spMkLst>
        </pc:spChg>
        <pc:spChg chg="add del">
          <ac:chgData name="Alberto Pellegrini" userId="fe425aab-f46d-4045-8d9f-a42dc3ff5fb7" providerId="ADAL" clId="{664221BE-86BF-EF4D-91D6-66BF7E49012A}" dt="2026-04-21T11:17:19.898" v="797" actId="26606"/>
          <ac:spMkLst>
            <pc:docMk/>
            <pc:sldMk cId="3182116143" sldId="274"/>
            <ac:spMk id="46" creationId="{4C2A3DC3-F495-4B99-9FF3-3FB30D63235E}"/>
          </ac:spMkLst>
        </pc:spChg>
        <pc:spChg chg="add del">
          <ac:chgData name="Alberto Pellegrini" userId="fe425aab-f46d-4045-8d9f-a42dc3ff5fb7" providerId="ADAL" clId="{664221BE-86BF-EF4D-91D6-66BF7E49012A}" dt="2026-04-21T11:14:37.395" v="684" actId="26606"/>
          <ac:spMkLst>
            <pc:docMk/>
            <pc:sldMk cId="3182116143" sldId="274"/>
            <ac:spMk id="47" creationId="{149FB5C3-7336-4FE0-A30C-CC0A3646D499}"/>
          </ac:spMkLst>
        </pc:spChg>
        <pc:spChg chg="add del">
          <ac:chgData name="Alberto Pellegrini" userId="fe425aab-f46d-4045-8d9f-a42dc3ff5fb7" providerId="ADAL" clId="{664221BE-86BF-EF4D-91D6-66BF7E49012A}" dt="2026-04-21T11:14:37.395" v="684" actId="26606"/>
          <ac:spMkLst>
            <pc:docMk/>
            <pc:sldMk cId="3182116143" sldId="274"/>
            <ac:spMk id="50" creationId="{0DA909B4-15FF-46A6-8A7F-7AEF977FE9ED}"/>
          </ac:spMkLst>
        </pc:spChg>
        <pc:spChg chg="add del">
          <ac:chgData name="Alberto Pellegrini" userId="fe425aab-f46d-4045-8d9f-a42dc3ff5fb7" providerId="ADAL" clId="{664221BE-86BF-EF4D-91D6-66BF7E49012A}" dt="2026-04-21T11:14:37.395" v="684" actId="26606"/>
          <ac:spMkLst>
            <pc:docMk/>
            <pc:sldMk cId="3182116143" sldId="274"/>
            <ac:spMk id="51" creationId="{1382A32C-5B0C-4B1C-A074-76C6DBCC9F87}"/>
          </ac:spMkLst>
        </pc:spChg>
        <pc:spChg chg="add">
          <ac:chgData name="Alberto Pellegrini" userId="fe425aab-f46d-4045-8d9f-a42dc3ff5fb7" providerId="ADAL" clId="{664221BE-86BF-EF4D-91D6-66BF7E49012A}" dt="2026-04-21T11:17:40.117" v="798" actId="26606"/>
          <ac:spMkLst>
            <pc:docMk/>
            <pc:sldMk cId="3182116143" sldId="274"/>
            <ac:spMk id="52" creationId="{1382A32C-5B0C-4B1C-A074-76C6DBCC9F87}"/>
          </ac:spMkLst>
        </pc:spChg>
        <pc:spChg chg="add del">
          <ac:chgData name="Alberto Pellegrini" userId="fe425aab-f46d-4045-8d9f-a42dc3ff5fb7" providerId="ADAL" clId="{664221BE-86BF-EF4D-91D6-66BF7E49012A}" dt="2026-04-21T11:14:46.936" v="686" actId="26606"/>
          <ac:spMkLst>
            <pc:docMk/>
            <pc:sldMk cId="3182116143" sldId="274"/>
            <ac:spMk id="53" creationId="{38468727-63BE-4191-B4A6-C30C82C0E986}"/>
          </ac:spMkLst>
        </pc:spChg>
        <pc:spChg chg="add del">
          <ac:chgData name="Alberto Pellegrini" userId="fe425aab-f46d-4045-8d9f-a42dc3ff5fb7" providerId="ADAL" clId="{664221BE-86BF-EF4D-91D6-66BF7E49012A}" dt="2026-04-21T11:14:46.936" v="686" actId="26606"/>
          <ac:spMkLst>
            <pc:docMk/>
            <pc:sldMk cId="3182116143" sldId="274"/>
            <ac:spMk id="54" creationId="{9D355BB6-1BB8-4828-B246-CFB31742D7B8}"/>
          </ac:spMkLst>
        </pc:spChg>
        <pc:spChg chg="add del">
          <ac:chgData name="Alberto Pellegrini" userId="fe425aab-f46d-4045-8d9f-a42dc3ff5fb7" providerId="ADAL" clId="{664221BE-86BF-EF4D-91D6-66BF7E49012A}" dt="2026-04-21T11:14:46.936" v="686" actId="26606"/>
          <ac:spMkLst>
            <pc:docMk/>
            <pc:sldMk cId="3182116143" sldId="274"/>
            <ac:spMk id="55" creationId="{CA52A9B9-B2B3-46F0-9D53-0EFF9905BF8F}"/>
          </ac:spMkLst>
        </pc:spChg>
        <pc:spChg chg="add del">
          <ac:chgData name="Alberto Pellegrini" userId="fe425aab-f46d-4045-8d9f-a42dc3ff5fb7" providerId="ADAL" clId="{664221BE-86BF-EF4D-91D6-66BF7E49012A}" dt="2026-04-21T11:14:51.992" v="688" actId="26606"/>
          <ac:spMkLst>
            <pc:docMk/>
            <pc:sldMk cId="3182116143" sldId="274"/>
            <ac:spMk id="57" creationId="{9D25F302-27C5-414F-97F8-6EA0A6C028BA}"/>
          </ac:spMkLst>
        </pc:spChg>
        <pc:spChg chg="add del">
          <ac:chgData name="Alberto Pellegrini" userId="fe425aab-f46d-4045-8d9f-a42dc3ff5fb7" providerId="ADAL" clId="{664221BE-86BF-EF4D-91D6-66BF7E49012A}" dt="2026-04-21T11:14:51.992" v="688" actId="26606"/>
          <ac:spMkLst>
            <pc:docMk/>
            <pc:sldMk cId="3182116143" sldId="274"/>
            <ac:spMk id="58" creationId="{830A36F8-48C2-4842-A87B-8CE8DF4E7FD2}"/>
          </ac:spMkLst>
        </pc:spChg>
        <pc:spChg chg="add del">
          <ac:chgData name="Alberto Pellegrini" userId="fe425aab-f46d-4045-8d9f-a42dc3ff5fb7" providerId="ADAL" clId="{664221BE-86BF-EF4D-91D6-66BF7E49012A}" dt="2026-04-21T11:14:51.992" v="688" actId="26606"/>
          <ac:spMkLst>
            <pc:docMk/>
            <pc:sldMk cId="3182116143" sldId="274"/>
            <ac:spMk id="59" creationId="{7F488E8B-4E1E-4402-8935-D4E6C02615C7}"/>
          </ac:spMkLst>
        </pc:spChg>
        <pc:spChg chg="add del">
          <ac:chgData name="Alberto Pellegrini" userId="fe425aab-f46d-4045-8d9f-a42dc3ff5fb7" providerId="ADAL" clId="{664221BE-86BF-EF4D-91D6-66BF7E49012A}" dt="2026-04-21T11:14:55.814" v="690" actId="26606"/>
          <ac:spMkLst>
            <pc:docMk/>
            <pc:sldMk cId="3182116143" sldId="274"/>
            <ac:spMk id="61" creationId="{49B9E8A9-352D-4DCB-9485-C777000D4979}"/>
          </ac:spMkLst>
        </pc:spChg>
        <pc:spChg chg="add del">
          <ac:chgData name="Alberto Pellegrini" userId="fe425aab-f46d-4045-8d9f-a42dc3ff5fb7" providerId="ADAL" clId="{664221BE-86BF-EF4D-91D6-66BF7E49012A}" dt="2026-04-21T11:14:55.814" v="690" actId="26606"/>
          <ac:spMkLst>
            <pc:docMk/>
            <pc:sldMk cId="3182116143" sldId="274"/>
            <ac:spMk id="62" creationId="{C2A9B0E5-C2C1-4B85-99A9-117A659D5FE0}"/>
          </ac:spMkLst>
        </pc:spChg>
        <pc:spChg chg="add del">
          <ac:chgData name="Alberto Pellegrini" userId="fe425aab-f46d-4045-8d9f-a42dc3ff5fb7" providerId="ADAL" clId="{664221BE-86BF-EF4D-91D6-66BF7E49012A}" dt="2026-04-21T11:14:55.814" v="690" actId="26606"/>
          <ac:spMkLst>
            <pc:docMk/>
            <pc:sldMk cId="3182116143" sldId="274"/>
            <ac:spMk id="63" creationId="{3A8AEACA-9535-4BE8-A91B-8BE82BA54751}"/>
          </ac:spMkLst>
        </pc:spChg>
        <pc:spChg chg="add">
          <ac:chgData name="Alberto Pellegrini" userId="fe425aab-f46d-4045-8d9f-a42dc3ff5fb7" providerId="ADAL" clId="{664221BE-86BF-EF4D-91D6-66BF7E49012A}" dt="2026-04-21T11:17:40.117" v="798" actId="26606"/>
          <ac:spMkLst>
            <pc:docMk/>
            <pc:sldMk cId="3182116143" sldId="274"/>
            <ac:spMk id="64" creationId="{0DA909B4-15FF-46A6-8A7F-7AEF977FE9ED}"/>
          </ac:spMkLst>
        </pc:spChg>
        <pc:spChg chg="add del">
          <ac:chgData name="Alberto Pellegrini" userId="fe425aab-f46d-4045-8d9f-a42dc3ff5fb7" providerId="ADAL" clId="{664221BE-86BF-EF4D-91D6-66BF7E49012A}" dt="2026-04-21T11:15:00.700" v="692" actId="26606"/>
          <ac:spMkLst>
            <pc:docMk/>
            <pc:sldMk cId="3182116143" sldId="274"/>
            <ac:spMk id="65" creationId="{922F19F4-FE70-43DC-856F-2CE5F521DC48}"/>
          </ac:spMkLst>
        </pc:spChg>
        <pc:spChg chg="add del">
          <ac:chgData name="Alberto Pellegrini" userId="fe425aab-f46d-4045-8d9f-a42dc3ff5fb7" providerId="ADAL" clId="{664221BE-86BF-EF4D-91D6-66BF7E49012A}" dt="2026-04-21T11:15:00.700" v="692" actId="26606"/>
          <ac:spMkLst>
            <pc:docMk/>
            <pc:sldMk cId="3182116143" sldId="274"/>
            <ac:spMk id="68" creationId="{7E549738-9961-462D-81B7-4A7A44691102}"/>
          </ac:spMkLst>
        </pc:spChg>
        <pc:grpChg chg="add del">
          <ac:chgData name="Alberto Pellegrini" userId="fe425aab-f46d-4045-8d9f-a42dc3ff5fb7" providerId="ADAL" clId="{664221BE-86BF-EF4D-91D6-66BF7E49012A}" dt="2026-04-21T11:17:10.086" v="794" actId="26606"/>
          <ac:grpSpMkLst>
            <pc:docMk/>
            <pc:sldMk cId="3182116143" sldId="274"/>
            <ac:grpSpMk id="20" creationId="{2025DEB6-AD29-89B7-19EA-80BC5E1917F9}"/>
          </ac:grpSpMkLst>
        </pc:grpChg>
        <pc:grpChg chg="add del">
          <ac:chgData name="Alberto Pellegrini" userId="fe425aab-f46d-4045-8d9f-a42dc3ff5fb7" providerId="ADAL" clId="{664221BE-86BF-EF4D-91D6-66BF7E49012A}" dt="2026-04-21T11:14:16.400" v="674" actId="26606"/>
          <ac:grpSpMkLst>
            <pc:docMk/>
            <pc:sldMk cId="3182116143" sldId="274"/>
            <ac:grpSpMk id="25" creationId="{19A6B5CE-CB1D-48EE-8B43-E952235C8371}"/>
          </ac:grpSpMkLst>
        </pc:grpChg>
        <pc:grpChg chg="add del">
          <ac:chgData name="Alberto Pellegrini" userId="fe425aab-f46d-4045-8d9f-a42dc3ff5fb7" providerId="ADAL" clId="{664221BE-86BF-EF4D-91D6-66BF7E49012A}" dt="2026-04-21T11:14:37.395" v="684" actId="26606"/>
          <ac:grpSpMkLst>
            <pc:docMk/>
            <pc:sldMk cId="3182116143" sldId="274"/>
            <ac:grpSpMk id="48" creationId="{19A6B5CE-CB1D-48EE-8B43-E952235C8371}"/>
          </ac:grpSpMkLst>
        </pc:grpChg>
        <pc:grpChg chg="add">
          <ac:chgData name="Alberto Pellegrini" userId="fe425aab-f46d-4045-8d9f-a42dc3ff5fb7" providerId="ADAL" clId="{664221BE-86BF-EF4D-91D6-66BF7E49012A}" dt="2026-04-21T11:17:40.117" v="798" actId="26606"/>
          <ac:grpSpMkLst>
            <pc:docMk/>
            <pc:sldMk cId="3182116143" sldId="274"/>
            <ac:grpSpMk id="49" creationId="{19A6B5CE-CB1D-48EE-8B43-E952235C8371}"/>
          </ac:grpSpMkLst>
        </pc:grpChg>
        <pc:grpChg chg="add del">
          <ac:chgData name="Alberto Pellegrini" userId="fe425aab-f46d-4045-8d9f-a42dc3ff5fb7" providerId="ADAL" clId="{664221BE-86BF-EF4D-91D6-66BF7E49012A}" dt="2026-04-21T11:15:00.700" v="692" actId="26606"/>
          <ac:grpSpMkLst>
            <pc:docMk/>
            <pc:sldMk cId="3182116143" sldId="274"/>
            <ac:grpSpMk id="66" creationId="{AE1C45F0-260A-458C-96ED-C1F6D2151219}"/>
          </ac:grpSpMkLst>
        </pc:grpChg>
        <pc:picChg chg="add mod ord">
          <ac:chgData name="Alberto Pellegrini" userId="fe425aab-f46d-4045-8d9f-a42dc3ff5fb7" providerId="ADAL" clId="{664221BE-86BF-EF4D-91D6-66BF7E49012A}" dt="2026-04-21T11:18:53.212" v="823" actId="1076"/>
          <ac:picMkLst>
            <pc:docMk/>
            <pc:sldMk cId="3182116143" sldId="274"/>
            <ac:picMk id="4" creationId="{3C038326-9D22-4D14-2FB9-5DA72218A0DF}"/>
          </ac:picMkLst>
        </pc:picChg>
        <pc:picChg chg="add mod ord">
          <ac:chgData name="Alberto Pellegrini" userId="fe425aab-f46d-4045-8d9f-a42dc3ff5fb7" providerId="ADAL" clId="{664221BE-86BF-EF4D-91D6-66BF7E49012A}" dt="2026-04-21T11:17:57.580" v="807" actId="14100"/>
          <ac:picMkLst>
            <pc:docMk/>
            <pc:sldMk cId="3182116143" sldId="274"/>
            <ac:picMk id="6" creationId="{4B486774-3A30-8A6A-B76B-D2DC1D49934E}"/>
          </ac:picMkLst>
        </pc:picChg>
        <pc:cxnChg chg="add del">
          <ac:chgData name="Alberto Pellegrini" userId="fe425aab-f46d-4045-8d9f-a42dc3ff5fb7" providerId="ADAL" clId="{664221BE-86BF-EF4D-91D6-66BF7E49012A}" dt="2026-04-21T11:15:00.700" v="692" actId="26606"/>
          <ac:cxnSpMkLst>
            <pc:docMk/>
            <pc:sldMk cId="3182116143" sldId="274"/>
            <ac:cxnSpMk id="69" creationId="{6CF1BAF6-AD41-4082-B212-8A1F9A2E877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830A-53BF-A1F4-3D88-04802AD9F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24D0D1-9BAD-2601-1804-50C68733F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2C612-FEA5-CC0C-F98B-B4B1AAEEE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E5C8D-AF63-A99A-1417-1584C93F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C53D9-2DDB-E42B-C300-5D8F49E8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95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A28F7-3123-F799-B879-E138BAC07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53DAC-74D8-B7F8-E607-82C3E0327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CEF4F-AD77-D76F-1D6B-C0204386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8009C-610F-7E52-085F-547431F9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09ABA-A270-9B64-6139-7AEABBFA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394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9CF0-AF9B-1705-01DD-4FDF773F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0BFC7-DD0B-487F-B004-5E731CAF7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14D03-7C07-C14D-DB20-BC084032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44B3C-E1B7-33C7-187E-04C3A2071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BA1D0-A820-ECDD-CAE9-06985CA8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4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38946-F0FB-4A4F-4C72-3A270052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EC0C7-1021-A0D5-DC83-AF6C44E6B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7E69B-D7AA-92F4-1A5D-C95440FD3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11868-85A0-57D1-1E7C-D407C2A58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E9C26-759F-00FF-5117-F46803A9F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45CC3-392B-9107-4FCE-01360755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0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5FCAB-4776-1CED-168D-EF9AE048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50AA1-9FDF-20A4-9E61-0C29C2CD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308E9-5652-0AEF-65E2-6294553F1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1E811D-76F1-0D26-FB18-7CEEC2D39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3414DE-304C-C9EA-7F17-44B512D81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B3E45-C62A-04A2-73B9-C97E0DBE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464048-AC57-3C91-6F64-0A6A57F54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35674C-1696-E520-ED4A-DF4CE943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20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700C7-40C3-03DA-7508-1B2F3DD8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53D1F-EAAD-E0E5-1E0B-8CFA5D0E8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DC20A-DA75-92B2-1D8B-556ACE5D2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9043F-2E16-E524-D7C6-11094D0A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37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8BC53C-B1D6-3D97-6DA4-00DB670D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7338F-3DF4-351F-6622-7D2CD920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37DDD-AF65-18D1-07F4-5BF58269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9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E0B29-E92E-5F4E-D517-757444495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88120-9727-B099-9B5E-483E0A9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0D5F7-C58E-E645-0AE1-250FD09CC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CDD3C-FC5A-A3AE-3AA2-F28750CD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21EC0-8435-630C-C709-E2EF6542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95BF9-B70B-6E21-0DCA-6E247537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506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10A2-326E-53BE-5A45-E45CDDDB5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578971-DA90-D1B6-ECCA-F6181A80C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4DE1F-CEAD-57C9-0D6E-46ED1FE8A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9DB8C-E2F2-8A67-AB45-B2925A743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7DBBE-BEC4-9578-FE30-BE32FB642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D57C8-99BE-EDB6-277E-637C9414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547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2047-B1FB-78EF-413E-A4674C814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10B90-DEBD-463E-10D5-C6615215F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7663A-9A3B-5124-EE30-690CD885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AF0C3-46B5-7508-E77B-1B48050C8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D4405-64A6-2581-8FC2-42380268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448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702E7B-71C8-5FC7-19D2-1CF4E7646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02302-FEB4-FBC4-ACA1-3D25F2BFA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747D3-5465-6D76-4E3B-0EE60320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42EE0-EE7A-7645-4BDA-E8379FA0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A1FA8-20EE-DC22-4A6A-AE36D288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76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019368-356C-7C78-2AED-C0D326579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1770A-AFD2-8C18-F696-770CC6DD9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891D-9915-9FBC-2B6A-51C518B55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47F04-84CB-0649-B1F3-250F835B4250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903F3-597F-409A-90E4-EC7B593E8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6EE49-24AA-4194-9C28-CFBD47797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83FE3-41A6-594A-97A8-597E0D66D159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454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87581-7B7E-4A8E-37FD-C5DB9CA13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 dirty="0"/>
              <a:t>Recommending Products to clients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3E895-6D52-9822-A7E3-A36A80AED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US" dirty="0"/>
              <a:t>FINTECH 2025-2026 Business Case 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874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2DB5A-D266-6B68-B072-21C06364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D594111-DAEC-2ECF-4096-DF87BDEC1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337B97-2BA5-1798-8210-0F8BA385C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B81759-398F-A2F5-F219-6A2EAD65D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245F25-DD2F-61E2-3DFD-F700AB43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53173-4DB8-4C5C-FF05-C4F7EB062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can we realistically expect to get out of our dataset?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95AC7A-B160-264F-09F0-3E5CEA3FE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00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85D88-BB3C-A7F3-3B94-A52D364B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5C532-6365-8D21-B318-5ABFE094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Data Exploration</a:t>
            </a:r>
            <a:endParaRPr lang="en-US" sz="4000" kern="1200">
              <a:latin typeface="+mj-lt"/>
              <a:ea typeface="+mj-ea"/>
              <a:cs typeface="+mj-cs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565A6-1269-CA5F-B12B-3462813D8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Our process</a:t>
            </a:r>
          </a:p>
          <a:p>
            <a:r>
              <a:rPr lang="en-US" sz="2000" dirty="0"/>
              <a:t>Data Cleaning</a:t>
            </a:r>
          </a:p>
          <a:p>
            <a:pPr lvl="1"/>
            <a:r>
              <a:rPr lang="en-US" sz="2000" dirty="0"/>
              <a:t>Drop ID as it is uninformative</a:t>
            </a:r>
          </a:p>
          <a:p>
            <a:pPr lvl="1"/>
            <a:r>
              <a:rPr lang="en-US" sz="2000" dirty="0"/>
              <a:t>Shuffle rows</a:t>
            </a:r>
          </a:p>
          <a:p>
            <a:pPr lvl="1"/>
            <a:r>
              <a:rPr lang="en-US" sz="2000" dirty="0"/>
              <a:t>Separate features from targets</a:t>
            </a:r>
          </a:p>
          <a:p>
            <a:pPr lvl="1"/>
            <a:r>
              <a:rPr lang="en-US" sz="2000" dirty="0"/>
              <a:t>Check target classes balance</a:t>
            </a:r>
          </a:p>
          <a:p>
            <a:r>
              <a:rPr lang="en-US" sz="2000" dirty="0"/>
              <a:t>Skew reduction</a:t>
            </a:r>
          </a:p>
          <a:p>
            <a:pPr lvl="1"/>
            <a:r>
              <a:rPr lang="en-US" sz="2000" dirty="0"/>
              <a:t>Wealth and Income are highly skewed</a:t>
            </a:r>
          </a:p>
          <a:p>
            <a:pPr lvl="1"/>
            <a:r>
              <a:rPr lang="en-US" sz="2000" dirty="0"/>
              <a:t>We apply log1p for skew reduction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a graph showing the number of variables&#10;&#10;AI-generated content may be incorrect.">
            <a:extLst>
              <a:ext uri="{FF2B5EF4-FFF2-40B4-BE49-F238E27FC236}">
                <a16:creationId xmlns:a16="http://schemas.microsoft.com/office/drawing/2014/main" id="{9C2CF570-3BA8-1710-DED6-9315B37D6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1071719"/>
            <a:ext cx="4397433" cy="1539101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wealth and income&#10;&#10;AI-generated content may be incorrect.">
            <a:extLst>
              <a:ext uri="{FF2B5EF4-FFF2-40B4-BE49-F238E27FC236}">
                <a16:creationId xmlns:a16="http://schemas.microsoft.com/office/drawing/2014/main" id="{C79ECE4F-6DC0-607D-D9EF-198D2978D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3742007"/>
            <a:ext cx="4395569" cy="245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3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6C197-F93C-8252-274B-ADD2D088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71075-3F19-7BB9-4EBC-E5918A320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noProof="0" dirty="0"/>
              <a:t>Feature Engineering and </a:t>
            </a:r>
            <a:r>
              <a:rPr lang="en-FR" sz="2500"/>
              <a:t>Exploratory Data Analysis (aka the result)</a:t>
            </a:r>
            <a:endParaRPr lang="en-US" sz="2500" kern="1200" dirty="0">
              <a:latin typeface="+mj-lt"/>
              <a:ea typeface="+mj-ea"/>
              <a:cs typeface="+mj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BEBD-C10A-780F-200D-416D8375A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97" y="2330505"/>
            <a:ext cx="503863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noProof="0" dirty="0"/>
              <a:t>The Mathematical Approach</a:t>
            </a:r>
          </a:p>
          <a:p>
            <a:pPr lvl="1"/>
            <a:r>
              <a:rPr lang="en-US" sz="1600" dirty="0"/>
              <a:t>We aim to have low correlation with all variables</a:t>
            </a:r>
          </a:p>
          <a:p>
            <a:pPr lvl="1"/>
            <a:r>
              <a:rPr lang="en-US" sz="1600" dirty="0"/>
              <a:t>And high predictive power</a:t>
            </a:r>
          </a:p>
          <a:p>
            <a:pPr lvl="1"/>
            <a:r>
              <a:rPr lang="en-US" sz="1600" dirty="0"/>
              <a:t>We tried all the combination of 2-3 features with all the operations (+,-,x,/)</a:t>
            </a:r>
          </a:p>
          <a:p>
            <a:r>
              <a:rPr lang="en-US" sz="2000" noProof="0" dirty="0"/>
              <a:t>The Business Approach</a:t>
            </a:r>
          </a:p>
          <a:p>
            <a:pPr lvl="1"/>
            <a:r>
              <a:rPr lang="en-US" sz="1600" noProof="0" dirty="0"/>
              <a:t>Based on common sense we have:</a:t>
            </a:r>
          </a:p>
          <a:p>
            <a:pPr lvl="1"/>
            <a:r>
              <a:rPr lang="en-US" sz="1600" dirty="0" err="1"/>
              <a:t>IncomePerFamilyMember_log</a:t>
            </a:r>
            <a:r>
              <a:rPr lang="en-US" sz="1600" dirty="0"/>
              <a:t> = log1p(Income / </a:t>
            </a:r>
            <a:r>
              <a:rPr lang="en-US" sz="1600" dirty="0" err="1"/>
              <a:t>FamilyMembers</a:t>
            </a:r>
            <a:r>
              <a:rPr lang="en-US" sz="1600" dirty="0"/>
              <a:t>)</a:t>
            </a:r>
          </a:p>
          <a:p>
            <a:pPr lvl="1"/>
            <a:r>
              <a:rPr lang="en-US" sz="1600" dirty="0" err="1"/>
              <a:t>Income_Wealth_Ratio_log</a:t>
            </a:r>
            <a:r>
              <a:rPr lang="en-US" sz="1600" dirty="0"/>
              <a:t> = log1p(Income / Wealth)</a:t>
            </a:r>
          </a:p>
          <a:p>
            <a:pPr lvl="1"/>
            <a:r>
              <a:rPr lang="en-US" sz="1600" dirty="0" err="1"/>
              <a:t>SophisticationScore</a:t>
            </a:r>
            <a:r>
              <a:rPr lang="en-US" sz="1600" dirty="0"/>
              <a:t> = </a:t>
            </a:r>
            <a:r>
              <a:rPr lang="en-US" sz="1600" dirty="0" err="1"/>
              <a:t>FinancialEducation</a:t>
            </a:r>
            <a:r>
              <a:rPr lang="en-US" sz="1600" dirty="0"/>
              <a:t> × </a:t>
            </a:r>
            <a:r>
              <a:rPr lang="en-US" sz="1600" dirty="0" err="1"/>
              <a:t>RiskPropensity</a:t>
            </a:r>
            <a:endParaRPr lang="en-US" sz="1600" dirty="0"/>
          </a:p>
          <a:p>
            <a:pPr lvl="1"/>
            <a:endParaRPr lang="en-US" sz="1200" noProof="0" dirty="0"/>
          </a:p>
          <a:p>
            <a:pPr lvl="1"/>
            <a:endParaRPr lang="en-US" sz="1600" noProof="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3AE11-9331-2F82-B9DC-13AB08A03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499" y="825655"/>
            <a:ext cx="5569312" cy="520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5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03836-09A9-FD31-D291-958526F1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Autofit/>
          </a:bodyPr>
          <a:lstStyle/>
          <a:p>
            <a:r>
              <a:rPr lang="en-FR" sz="3600"/>
              <a:t>Exploratory Data Analysis: Feature distributions and pairwise correlations after engineering.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78D27F-9F16-5D9D-36DD-1F9F8EBBE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38" y="2389218"/>
            <a:ext cx="3913017" cy="3661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DAE451-7639-6167-B9E1-F6E4C11A3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275" y="2389218"/>
            <a:ext cx="4118695" cy="366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026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B5ED55-C259-A39A-65DA-504C07F6B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Supervised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98C30-B2A6-77B3-88E6-E0CF20116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809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are trying to understand how the features relate to the targets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804B13-AFC6-1E39-808D-BB54D0C38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193" y="756322"/>
            <a:ext cx="556260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9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39BBBE-7979-94EB-815E-0B576E65B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0DEEF-833A-9A6D-42E1-5A9471E7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FAMD and GMM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D6469-4850-877F-B8A5-9C8ABFD65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3150661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Our findings from both methods aren’t significant.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This means that the variables are highly uncorrelated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0934E8-45BE-7502-D6D1-4FB46A909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846" y="922645"/>
            <a:ext cx="6773941" cy="2506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97FEE-CC05-DCE8-CEA4-C16CB0DEF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846" y="3583434"/>
            <a:ext cx="6773941" cy="189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9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22F87-3B08-0DA9-11C5-057279CB5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Reccomendation Engine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F7A84-6198-62D2-CEAD-89B4ABFC4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Classify users with respect to the accumulation or investment plans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734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87CC8-7239-C071-5147-D90F7598B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Data setup</a:t>
            </a:r>
            <a:endParaRPr lang="en-FR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F765E-28B0-CEBD-DB65-73013ECC0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A</a:t>
            </a:r>
            <a:r>
              <a:rPr lang="en-FR" sz="2400"/>
              <a:t>ppl</a:t>
            </a:r>
            <a:r>
              <a:rPr lang="en-US" sz="2400" dirty="0"/>
              <a:t>y</a:t>
            </a:r>
            <a:r>
              <a:rPr lang="en-FR" sz="2400"/>
              <a:t> a </a:t>
            </a:r>
            <a:r>
              <a:rPr lang="en-FR" sz="2400" b="1"/>
              <a:t>stratified</a:t>
            </a:r>
            <a:r>
              <a:rPr lang="en-FR" sz="2400"/>
              <a:t> 80/20 split of the data to prevent any leakage</a:t>
            </a:r>
          </a:p>
          <a:p>
            <a:r>
              <a:rPr lang="en-FR" sz="2400"/>
              <a:t>Scale </a:t>
            </a:r>
            <a:r>
              <a:rPr lang="it-IT" sz="2400" dirty="0"/>
              <a:t>the training </a:t>
            </a:r>
            <a:r>
              <a:rPr lang="en-FR" sz="2400"/>
              <a:t>the data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812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8DCEC-E89E-55E9-2F56-5BF7097F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FR" sz="4800"/>
              <a:t>Model Evaluation Strategy (Metrics)</a:t>
            </a:r>
            <a:endParaRPr lang="en-FR" sz="4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B0091A-D449-C13E-37B0-7FA624E1C8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3661" y="2599509"/>
                <a:ext cx="4307481" cy="3639450"/>
              </a:xfrm>
            </p:spPr>
            <p:txBody>
              <a:bodyPr anchor="ctr">
                <a:normAutofit/>
              </a:bodyPr>
              <a:lstStyle/>
              <a:p>
                <a:r>
                  <a:rPr lang="it-IT" sz="2000" dirty="0"/>
                  <a:t>Accuracy</a:t>
                </a:r>
              </a:p>
              <a:p>
                <a:r>
                  <a:rPr lang="it-IT" sz="2000" dirty="0"/>
                  <a:t>Precision</a:t>
                </a:r>
              </a:p>
              <a:p>
                <a:r>
                  <a:rPr lang="it-IT" sz="2000" b="1" dirty="0"/>
                  <a:t>Recall</a:t>
                </a:r>
                <a:r>
                  <a:rPr lang="it-IT" sz="20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it-IT" sz="2000" b="1" dirty="0"/>
              </a:p>
              <a:p>
                <a:r>
                  <a:rPr lang="en-FR" sz="2000" b="1"/>
                  <a:t>Safety constraint</a:t>
                </a:r>
                <a:r>
                  <a:rPr lang="it-IT" sz="2000" dirty="0"/>
                  <a:t>: -1 </a:t>
                </a:r>
                <a:r>
                  <a:rPr lang="it-IT" sz="2000" dirty="0" err="1"/>
                  <a:t>if</a:t>
                </a:r>
                <a:r>
                  <a:rPr lang="it-IT" sz="2000" dirty="0"/>
                  <a:t> Recall(class0) &lt; 0.9</a:t>
                </a:r>
                <a:endParaRPr lang="en-FR" sz="2000" dirty="0"/>
              </a:p>
              <a:p>
                <a:r>
                  <a:rPr lang="en-FR" sz="2000"/>
                  <a:t>F1 Score</a:t>
                </a:r>
                <a:endParaRPr lang="it-IT" sz="2000" dirty="0"/>
              </a:p>
              <a:p>
                <a:pPr/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000" b="1"/>
                      <m:t>Balanced</m:t>
                    </m:r>
                    <m:r>
                      <m:rPr>
                        <m:nor/>
                      </m:rPr>
                      <a:rPr lang="it-IT" sz="2000" b="1"/>
                      <m:t> </m:t>
                    </m:r>
                    <m:r>
                      <m:rPr>
                        <m:nor/>
                      </m:rPr>
                      <a:rPr lang="it-IT" sz="2000" b="1"/>
                      <m:t>Business</m:t>
                    </m:r>
                    <m:r>
                      <m:rPr>
                        <m:nor/>
                      </m:rPr>
                      <a:rPr lang="it-IT" sz="2000" b="1"/>
                      <m:t> </m:t>
                    </m:r>
                    <m:r>
                      <m:rPr>
                        <m:nor/>
                      </m:rPr>
                      <a:rPr lang="it-IT" sz="2000" b="1"/>
                      <m:t>Score</m:t>
                    </m:r>
                    <m:r>
                      <m:rPr>
                        <m:nor/>
                      </m:rPr>
                      <a:rPr lang="it-IT" sz="2000"/>
                      <m:t> = </m:t>
                    </m:r>
                    <m:r>
                      <m:rPr>
                        <m:nor/>
                      </m:rPr>
                      <a:rPr lang="el-GR" sz="2000"/>
                      <m:t>α</m:t>
                    </m:r>
                    <m:r>
                      <m:rPr>
                        <m:nor/>
                      </m:rPr>
                      <a:rPr lang="el-GR" sz="2000"/>
                      <m:t>⋅</m:t>
                    </m:r>
                    <m:r>
                      <m:rPr>
                        <m:nor/>
                      </m:rPr>
                      <a:rPr lang="it-IT" sz="2000"/>
                      <m:t>Recall</m:t>
                    </m:r>
                    <m:r>
                      <m:rPr>
                        <m:nor/>
                      </m:rPr>
                      <a:rPr lang="it-IT" sz="2000" b="0" i="0" smtClean="0"/>
                      <m:t> </m:t>
                    </m:r>
                    <m:r>
                      <m:rPr>
                        <m:nor/>
                      </m:rPr>
                      <a:rPr lang="it-IT" sz="2000"/>
                      <m:t>+</m:t>
                    </m:r>
                    <m:r>
                      <m:rPr>
                        <m:nor/>
                      </m:rPr>
                      <a:rPr lang="it-IT" sz="2000" b="0" i="0" smtClean="0"/>
                      <m:t> </m:t>
                    </m:r>
                    <m:r>
                      <m:rPr>
                        <m:nor/>
                      </m:rPr>
                      <a:rPr lang="it-IT" sz="2000"/>
                      <m:t>(1−</m:t>
                    </m:r>
                    <m:r>
                      <m:rPr>
                        <m:nor/>
                      </m:rPr>
                      <a:rPr lang="el-GR" sz="2000"/>
                      <m:t>α</m:t>
                    </m:r>
                    <m:r>
                      <m:rPr>
                        <m:nor/>
                      </m:rPr>
                      <a:rPr lang="el-GR" sz="2000"/>
                      <m:t>)</m:t>
                    </m:r>
                    <m:r>
                      <m:rPr>
                        <m:nor/>
                      </m:rPr>
                      <a:rPr lang="it-IT" sz="2000" b="0" i="0" smtClean="0"/>
                      <m:t> </m:t>
                    </m:r>
                    <m:r>
                      <m:rPr>
                        <m:nor/>
                      </m:rPr>
                      <a:rPr lang="el-GR" sz="2000"/>
                      <m:t>⋅</m:t>
                    </m:r>
                    <m:r>
                      <m:rPr>
                        <m:nor/>
                      </m:rPr>
                      <a:rPr lang="it-IT" sz="2000" b="0" i="0" smtClean="0"/>
                      <m:t> </m:t>
                    </m:r>
                    <m:r>
                      <m:rPr>
                        <m:nor/>
                      </m:rPr>
                      <a:rPr lang="it-IT" sz="2000"/>
                      <m:t>Precision</m:t>
                    </m:r>
                  </m:oMath>
                </a14:m>
                <a:endParaRPr lang="it-IT" sz="2000" dirty="0"/>
              </a:p>
              <a:p>
                <a:endParaRPr lang="en-FR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B0091A-D449-C13E-37B0-7FA624E1C8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661" y="2599509"/>
                <a:ext cx="4307481" cy="3639450"/>
              </a:xfrm>
              <a:blipFill>
                <a:blip r:embed="rId2"/>
                <a:stretch>
                  <a:fillRect l="-11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7EF2062-83F7-F4B2-D7C0-0D59DBD89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060" y="3486174"/>
            <a:ext cx="55118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13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4C4959-0B04-42E2-19E7-D4805E737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F82CCC8-7F92-4017-0B86-006CB65DC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30F7D-DF25-E8BE-6345-CCF41D16C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FR" sz="5400"/>
              <a:t>Modelling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886AE5-562E-3B82-5470-0A8067DDA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C112755-7ACF-1B19-75C7-704800F43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89F91F5-ED4D-452E-401C-75264750A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303EDAD-F186-73BD-623E-CCA6C55AF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1AA00-B026-CA5C-9DA4-643CB1A7F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 fontScale="77500" lnSpcReduction="20000"/>
          </a:bodyPr>
          <a:lstStyle/>
          <a:p>
            <a:r>
              <a:rPr lang="en-FR" sz="2400" b="1"/>
              <a:t>Logistic Regression</a:t>
            </a:r>
            <a:endParaRPr lang="en-US" sz="2400" b="1" dirty="0"/>
          </a:p>
          <a:p>
            <a:pPr lvl="1"/>
            <a:r>
              <a:rPr lang="en-US" dirty="0"/>
              <a:t>Linear baseline. Interpretable calibration reference for the ensemble.</a:t>
            </a:r>
            <a:endParaRPr lang="en-FR" sz="2000"/>
          </a:p>
          <a:p>
            <a:r>
              <a:rPr lang="en-FR" sz="2400" b="1"/>
              <a:t>XGBoost</a:t>
            </a:r>
            <a:endParaRPr lang="en-US" sz="2400" b="1" dirty="0"/>
          </a:p>
          <a:p>
            <a:pPr lvl="1"/>
            <a:r>
              <a:rPr lang="en-US" dirty="0"/>
              <a:t>Gradient-boosted trees. Strongest nonlinear learner; primary ensemble contributor.</a:t>
            </a:r>
            <a:endParaRPr lang="en-FR" sz="2000"/>
          </a:p>
          <a:p>
            <a:r>
              <a:rPr lang="en-FR" sz="2400" b="1"/>
              <a:t>K-Nearest Neighbors</a:t>
            </a:r>
            <a:endParaRPr lang="en-US" sz="2400" b="1" dirty="0"/>
          </a:p>
          <a:p>
            <a:pPr lvl="1"/>
            <a:r>
              <a:rPr lang="en-US" dirty="0"/>
              <a:t>Distance-based; captures local structure missed by global models. Sensitive to dimensionality.</a:t>
            </a:r>
            <a:endParaRPr lang="en-FR" sz="2000"/>
          </a:p>
          <a:p>
            <a:r>
              <a:rPr lang="en-FR" sz="2400" b="1"/>
              <a:t>Support Vector Machine</a:t>
            </a:r>
          </a:p>
          <a:p>
            <a:pPr lvl="1"/>
            <a:r>
              <a:rPr lang="en-US" dirty="0"/>
              <a:t>Margin-based classifier. Effective in medium-dimensional spaces; sensitive to scaling.</a:t>
            </a:r>
            <a:endParaRPr lang="en-FR" sz="2000"/>
          </a:p>
          <a:p>
            <a:r>
              <a:rPr lang="en-FR" sz="2400" b="1"/>
              <a:t>Gaussian Naive Bayes</a:t>
            </a:r>
            <a:endParaRPr lang="en-US" sz="2400" b="1" dirty="0"/>
          </a:p>
          <a:p>
            <a:pPr lvl="1"/>
            <a:r>
              <a:rPr lang="en-US" dirty="0"/>
              <a:t>Probabilistic baseline assuming feature independence. Fast and stable but limited on complex interactions.</a:t>
            </a:r>
          </a:p>
        </p:txBody>
      </p:sp>
    </p:spTree>
    <p:extLst>
      <p:ext uri="{BB962C8B-B14F-4D97-AF65-F5344CB8AC3E}">
        <p14:creationId xmlns:p14="http://schemas.microsoft.com/office/powerpoint/2010/main" val="3260691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6A82E-1BBF-C5D2-C765-BFC4410B0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3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56" name="Rectangle 4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4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Rectangle 4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C801891-AD9F-980D-88D1-1F183A26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CB0B3-ECB7-A649-EBD4-94160ACB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FR" sz="3700"/>
              <a:t>Modelling</a:t>
            </a:r>
            <a:r>
              <a:rPr lang="it-IT" sz="3700"/>
              <a:t> – Stacking Esemble</a:t>
            </a:r>
            <a:endParaRPr lang="en-FR" sz="37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25DEB6-AD29-89B7-19EA-80BC5E191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EE2DC4D-9D97-4CA8-8C41-F2EEC6E92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A120082-D0E5-A43C-C943-7C3D6B8CB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205CDEC-24E3-1811-8AA4-889C37D9C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1FA55-F22F-8DC6-06BF-5F943A186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4" y="2408274"/>
            <a:ext cx="5899774" cy="2153012"/>
          </a:xfrm>
        </p:spPr>
        <p:txBody>
          <a:bodyPr anchor="ctr">
            <a:normAutofit/>
          </a:bodyPr>
          <a:lstStyle/>
          <a:p>
            <a:r>
              <a:rPr lang="it-IT" sz="1800" dirty="0"/>
              <a:t>Metadata model </a:t>
            </a:r>
            <a:r>
              <a:rPr lang="it-IT" sz="1800" dirty="0" err="1"/>
              <a:t>assign</a:t>
            </a:r>
            <a:r>
              <a:rPr lang="it-IT" sz="1800" dirty="0"/>
              <a:t> </a:t>
            </a:r>
            <a:r>
              <a:rPr lang="it-IT" sz="1800" dirty="0" err="1"/>
              <a:t>importance</a:t>
            </a:r>
            <a:r>
              <a:rPr lang="it-IT" sz="1800" dirty="0"/>
              <a:t> (weights) to the 5 base model on the base of feature </a:t>
            </a:r>
            <a:r>
              <a:rPr lang="it-IT" sz="1800" dirty="0" err="1"/>
              <a:t>obtain</a:t>
            </a:r>
            <a:r>
              <a:rPr lang="it-IT" sz="1800" dirty="0"/>
              <a:t> from out of </a:t>
            </a:r>
            <a:r>
              <a:rPr lang="it-IT" sz="1800" dirty="0" err="1"/>
              <a:t>fold</a:t>
            </a:r>
            <a:r>
              <a:rPr lang="it-IT" sz="1800" dirty="0"/>
              <a:t> CV from </a:t>
            </a:r>
            <a:r>
              <a:rPr lang="it-IT" sz="1800" dirty="0" err="1"/>
              <a:t>every</a:t>
            </a:r>
            <a:r>
              <a:rPr lang="it-IT" sz="1800" dirty="0"/>
              <a:t> model</a:t>
            </a:r>
          </a:p>
          <a:p>
            <a:r>
              <a:rPr lang="it-IT" sz="1800" dirty="0"/>
              <a:t> </a:t>
            </a:r>
            <a:r>
              <a:rPr lang="it-IT" sz="1800" dirty="0" err="1"/>
              <a:t>XGBoost</a:t>
            </a:r>
            <a:r>
              <a:rPr lang="it-IT" sz="1800" dirty="0"/>
              <a:t> </a:t>
            </a:r>
            <a:r>
              <a:rPr lang="it-IT" sz="1800" dirty="0" err="1"/>
              <a:t>Metamodel</a:t>
            </a:r>
            <a:r>
              <a:rPr lang="it-IT" sz="1800" dirty="0"/>
              <a:t> Model </a:t>
            </a:r>
          </a:p>
          <a:p>
            <a:r>
              <a:rPr lang="it-IT" sz="1800" dirty="0" err="1"/>
              <a:t>We</a:t>
            </a:r>
            <a:r>
              <a:rPr lang="it-IT" sz="1800" dirty="0"/>
              <a:t> </a:t>
            </a:r>
            <a:r>
              <a:rPr lang="it-IT" sz="1800" dirty="0" err="1"/>
              <a:t>also</a:t>
            </a:r>
            <a:r>
              <a:rPr lang="it-IT" sz="1800" dirty="0"/>
              <a:t> </a:t>
            </a:r>
            <a:r>
              <a:rPr lang="it-IT" sz="1800" dirty="0" err="1"/>
              <a:t>try</a:t>
            </a:r>
            <a:r>
              <a:rPr lang="it-IT" sz="1800" dirty="0"/>
              <a:t> with </a:t>
            </a:r>
            <a:r>
              <a:rPr lang="it-IT" sz="1800" dirty="0" err="1"/>
              <a:t>Logistic</a:t>
            </a:r>
            <a:r>
              <a:rPr lang="it-IT" sz="1800" dirty="0"/>
              <a:t> </a:t>
            </a:r>
            <a:r>
              <a:rPr lang="it-IT" sz="1800" dirty="0" err="1"/>
              <a:t>Metamodel</a:t>
            </a:r>
            <a:r>
              <a:rPr lang="it-IT" sz="1800" dirty="0"/>
              <a:t> model </a:t>
            </a:r>
            <a:r>
              <a:rPr lang="it-IT" sz="1800" dirty="0" err="1"/>
              <a:t>but</a:t>
            </a:r>
            <a:r>
              <a:rPr lang="it-IT" sz="1800" dirty="0"/>
              <a:t> after </a:t>
            </a:r>
            <a:r>
              <a:rPr lang="it-IT" sz="1800" dirty="0" err="1"/>
              <a:t>we</a:t>
            </a:r>
            <a:r>
              <a:rPr lang="it-IT" sz="1800" dirty="0"/>
              <a:t> </a:t>
            </a:r>
            <a:r>
              <a:rPr lang="it-IT" sz="1800" dirty="0" err="1"/>
              <a:t>give</a:t>
            </a:r>
            <a:r>
              <a:rPr lang="it-IT" sz="1800" dirty="0"/>
              <a:t> 100% </a:t>
            </a:r>
            <a:r>
              <a:rPr lang="it-IT" sz="1800" dirty="0" err="1"/>
              <a:t>importance</a:t>
            </a:r>
            <a:r>
              <a:rPr lang="it-IT" sz="1800" dirty="0"/>
              <a:t> to </a:t>
            </a:r>
            <a:r>
              <a:rPr lang="it-IT" sz="1800" dirty="0" err="1"/>
              <a:t>XGBoost</a:t>
            </a:r>
            <a:r>
              <a:rPr lang="it-IT" sz="1800" dirty="0"/>
              <a:t>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C038326-9D22-4D14-2FB9-5DA72218A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178" y="4561286"/>
            <a:ext cx="2748846" cy="161039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4B486774-3A30-8A6A-B76B-D2DC1D499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167" y="542830"/>
            <a:ext cx="4413154" cy="58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16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4B504-8FFD-A827-E266-CD0EF3DA2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Metamodel Ensemble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CBA706-B86A-69A5-68D7-076EEA9D7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2"/>
            <a:ext cx="4991629" cy="12150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000" dirty="0" err="1"/>
              <a:t>Convert</a:t>
            </a:r>
            <a:r>
              <a:rPr lang="it-IT" sz="2000" dirty="0"/>
              <a:t> </a:t>
            </a:r>
            <a:r>
              <a:rPr lang="it-IT" sz="2000" dirty="0" err="1"/>
              <a:t>probabilities</a:t>
            </a:r>
            <a:r>
              <a:rPr lang="it-IT" sz="2000" dirty="0"/>
              <a:t> </a:t>
            </a:r>
            <a:r>
              <a:rPr lang="it-IT" sz="2000" dirty="0" err="1"/>
              <a:t>into</a:t>
            </a:r>
            <a:r>
              <a:rPr lang="it-IT" sz="2000" dirty="0"/>
              <a:t> </a:t>
            </a:r>
            <a:r>
              <a:rPr lang="it-IT" sz="2000" dirty="0" err="1"/>
              <a:t>decisions</a:t>
            </a:r>
            <a:r>
              <a:rPr lang="it-IT" sz="2000" dirty="0"/>
              <a:t> (</a:t>
            </a:r>
            <a:r>
              <a:rPr lang="it-IT" sz="2000" dirty="0" err="1"/>
              <a:t>treshold</a:t>
            </a:r>
            <a:r>
              <a:rPr lang="it-IT" sz="2000" dirty="0"/>
              <a:t> = 0.5) and </a:t>
            </a:r>
            <a:r>
              <a:rPr lang="it-IT" sz="2000" dirty="0" err="1"/>
              <a:t>analyzing</a:t>
            </a:r>
            <a:r>
              <a:rPr lang="it-IT" sz="2000" dirty="0"/>
              <a:t> performance with </a:t>
            </a:r>
            <a:r>
              <a:rPr lang="it-IT" sz="2000" dirty="0" err="1"/>
              <a:t>Confusion</a:t>
            </a:r>
            <a:r>
              <a:rPr lang="it-IT" sz="2000" dirty="0"/>
              <a:t> Matrix, ROC Curve and  </a:t>
            </a:r>
            <a:r>
              <a:rPr lang="it-IT" sz="2000" dirty="0" err="1"/>
              <a:t>Metrics</a:t>
            </a:r>
            <a:endParaRPr lang="it-IT" sz="20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A4A8C68-3FA4-5497-371F-7B6030737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255" y="977392"/>
            <a:ext cx="5084635" cy="2021142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A065A5F-8074-14D6-1290-7C7DFEF20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165" y="3939943"/>
            <a:ext cx="5084635" cy="2021142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C982BF45-6B63-FCE0-E010-DA0F2C5C9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599" y="4389118"/>
            <a:ext cx="4613448" cy="112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90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59ACC-28A5-3733-5BAC-BC78557DE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The recommendation system</a:t>
            </a:r>
            <a:endParaRPr lang="en-FR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1E066AC-A800-F7D2-CFB7-82648E812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768720"/>
            <a:ext cx="4777381" cy="515081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CC8BFED-C2AA-9C3E-FE79-72DA40444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 lnSpcReduction="10000"/>
          </a:bodyPr>
          <a:lstStyle/>
          <a:p>
            <a:r>
              <a:rPr lang="it-IT" sz="1800" b="1" dirty="0" err="1"/>
              <a:t>Decision</a:t>
            </a:r>
            <a:r>
              <a:rPr lang="it-IT" sz="1800" b="1" dirty="0"/>
              <a:t> </a:t>
            </a:r>
            <a:r>
              <a:rPr lang="it-IT" sz="1800" b="1" dirty="0" err="1"/>
              <a:t>Logic</a:t>
            </a:r>
            <a:r>
              <a:rPr lang="it-IT" sz="1800" b="1" dirty="0"/>
              <a:t>:</a:t>
            </a:r>
            <a:r>
              <a:rPr lang="it-IT" sz="1800" dirty="0"/>
              <a:t> 1. </a:t>
            </a:r>
            <a:r>
              <a:rPr lang="it-IT" sz="1800" dirty="0" err="1"/>
              <a:t>Entropy</a:t>
            </a:r>
            <a:r>
              <a:rPr lang="it-IT" sz="1800" dirty="0"/>
              <a:t> Guardrail → 2. </a:t>
            </a:r>
            <a:r>
              <a:rPr lang="it-IT" sz="1800" dirty="0" err="1"/>
              <a:t>Threshold</a:t>
            </a:r>
            <a:r>
              <a:rPr lang="it-IT" sz="1800" dirty="0"/>
              <a:t> Check → 3. </a:t>
            </a:r>
            <a:r>
              <a:rPr lang="it-IT" sz="1800" dirty="0" err="1"/>
              <a:t>Conflict</a:t>
            </a:r>
            <a:r>
              <a:rPr lang="it-IT" sz="1800" dirty="0"/>
              <a:t> </a:t>
            </a:r>
            <a:r>
              <a:rPr lang="it-IT" sz="1800" dirty="0" err="1"/>
              <a:t>Resolution</a:t>
            </a:r>
            <a:r>
              <a:rPr lang="it-IT" sz="1800" dirty="0"/>
              <a:t> (</a:t>
            </a:r>
            <a:r>
              <a:rPr lang="it-IT" sz="1800" dirty="0" err="1"/>
              <a:t>highest</a:t>
            </a:r>
            <a:r>
              <a:rPr lang="it-IT" sz="1800" dirty="0"/>
              <a:t> </a:t>
            </a:r>
            <a:r>
              <a:rPr lang="it-IT" sz="1800" dirty="0" err="1"/>
              <a:t>probability</a:t>
            </a:r>
            <a:r>
              <a:rPr lang="it-IT" sz="1800" dirty="0"/>
              <a:t> </a:t>
            </a:r>
            <a:r>
              <a:rPr lang="it-IT" sz="1800" dirty="0" err="1"/>
              <a:t>wins</a:t>
            </a:r>
            <a:r>
              <a:rPr lang="it-IT" sz="1800" dirty="0"/>
              <a:t>).</a:t>
            </a:r>
          </a:p>
          <a:p>
            <a:r>
              <a:rPr lang="it-IT" sz="1800" b="1" dirty="0" err="1"/>
              <a:t>Outcomes</a:t>
            </a:r>
            <a:r>
              <a:rPr lang="it-IT" sz="1800" b="1" dirty="0"/>
              <a:t>:</a:t>
            </a:r>
            <a:r>
              <a:rPr lang="it-IT" sz="1800" dirty="0"/>
              <a:t> INCOME | ACCUMULATION | NO_ACTION | ADVISOR_REVIEW</a:t>
            </a:r>
          </a:p>
          <a:p>
            <a:r>
              <a:rPr lang="it-IT" sz="1800" b="1" dirty="0" err="1"/>
              <a:t>Income</a:t>
            </a:r>
            <a:r>
              <a:rPr lang="it-IT" sz="1800" b="1" dirty="0"/>
              <a:t> </a:t>
            </a:r>
            <a:r>
              <a:rPr lang="it-IT" sz="1800" b="1" dirty="0" err="1"/>
              <a:t>Threshold</a:t>
            </a:r>
            <a:r>
              <a:rPr lang="it-IT" sz="1800" b="1" dirty="0"/>
              <a:t> (0.35):</a:t>
            </a:r>
            <a:r>
              <a:rPr lang="it-IT" sz="1800" dirty="0"/>
              <a:t> </a:t>
            </a:r>
            <a:r>
              <a:rPr lang="it-IT" sz="1800" dirty="0" err="1"/>
              <a:t>Lowered</a:t>
            </a:r>
            <a:r>
              <a:rPr lang="it-IT" sz="1800" dirty="0"/>
              <a:t> from baseline to </a:t>
            </a:r>
            <a:r>
              <a:rPr lang="it-IT" sz="1800" dirty="0" err="1"/>
              <a:t>significantly</a:t>
            </a:r>
            <a:r>
              <a:rPr lang="it-IT" sz="1800" dirty="0"/>
              <a:t> </a:t>
            </a:r>
            <a:r>
              <a:rPr lang="it-IT" sz="1800" dirty="0" err="1"/>
              <a:t>boost</a:t>
            </a:r>
            <a:r>
              <a:rPr lang="it-IT" sz="1800" dirty="0"/>
              <a:t> Recall. </a:t>
            </a:r>
            <a:r>
              <a:rPr lang="it-IT" sz="1800" dirty="0" err="1"/>
              <a:t>Captures</a:t>
            </a:r>
            <a:r>
              <a:rPr lang="it-IT" sz="1800" dirty="0"/>
              <a:t> </a:t>
            </a:r>
            <a:r>
              <a:rPr lang="it-IT" sz="1800" dirty="0" err="1"/>
              <a:t>missed</a:t>
            </a:r>
            <a:r>
              <a:rPr lang="it-IT" sz="1800" dirty="0"/>
              <a:t> marketing leads and </a:t>
            </a:r>
            <a:r>
              <a:rPr lang="it-IT" sz="1800" dirty="0" err="1"/>
              <a:t>maximizes</a:t>
            </a:r>
            <a:r>
              <a:rPr lang="it-IT" sz="1800" dirty="0"/>
              <a:t> revenue with </a:t>
            </a:r>
            <a:r>
              <a:rPr lang="it-IT" sz="1800" dirty="0" err="1"/>
              <a:t>minimal</a:t>
            </a:r>
            <a:r>
              <a:rPr lang="it-IT" sz="1800" dirty="0"/>
              <a:t> drop in Precision.</a:t>
            </a:r>
          </a:p>
          <a:p>
            <a:r>
              <a:rPr lang="it-IT" sz="1800" b="1" dirty="0" err="1"/>
              <a:t>Accumulation</a:t>
            </a:r>
            <a:r>
              <a:rPr lang="it-IT" sz="1800" b="1" dirty="0"/>
              <a:t> </a:t>
            </a:r>
            <a:r>
              <a:rPr lang="it-IT" sz="1800" b="1" dirty="0" err="1"/>
              <a:t>Threshold</a:t>
            </a:r>
            <a:r>
              <a:rPr lang="it-IT" sz="1800" b="1" dirty="0"/>
              <a:t> (0.40)</a:t>
            </a:r>
          </a:p>
          <a:p>
            <a:r>
              <a:rPr lang="it-IT" sz="1800" b="1" dirty="0" err="1"/>
              <a:t>Entropy</a:t>
            </a:r>
            <a:r>
              <a:rPr lang="it-IT" sz="1800" b="1" dirty="0"/>
              <a:t> Guardrail (Top 5%):</a:t>
            </a:r>
            <a:r>
              <a:rPr lang="it-IT" sz="1800" dirty="0"/>
              <a:t> </a:t>
            </a:r>
            <a:r>
              <a:rPr lang="it-IT" sz="1800" dirty="0" err="1"/>
              <a:t>Regulatory</a:t>
            </a:r>
            <a:r>
              <a:rPr lang="it-IT" sz="1800" dirty="0"/>
              <a:t> </a:t>
            </a:r>
            <a:r>
              <a:rPr lang="it-IT" sz="1800" dirty="0" err="1"/>
              <a:t>safety</a:t>
            </a:r>
            <a:r>
              <a:rPr lang="it-IT" sz="1800" dirty="0"/>
              <a:t> net (MiFID/IDD). The 5% </a:t>
            </a:r>
            <a:r>
              <a:rPr lang="it-IT" sz="1800" dirty="0" err="1"/>
              <a:t>most</a:t>
            </a:r>
            <a:r>
              <a:rPr lang="it-IT" sz="1800" dirty="0"/>
              <a:t> </a:t>
            </a:r>
            <a:r>
              <a:rPr lang="it-IT" sz="1800" dirty="0" err="1"/>
              <a:t>uncertain</a:t>
            </a:r>
            <a:r>
              <a:rPr lang="it-IT" sz="1800" dirty="0"/>
              <a:t> </a:t>
            </a:r>
            <a:r>
              <a:rPr lang="it-IT" sz="1800" dirty="0" err="1"/>
              <a:t>predictions</a:t>
            </a:r>
            <a:r>
              <a:rPr lang="it-IT" sz="1800" dirty="0"/>
              <a:t> are </a:t>
            </a:r>
            <a:r>
              <a:rPr lang="it-IT" sz="1800" dirty="0" err="1"/>
              <a:t>excluded</a:t>
            </a:r>
            <a:r>
              <a:rPr lang="it-IT" sz="1800" dirty="0"/>
              <a:t> from </a:t>
            </a:r>
            <a:r>
              <a:rPr lang="it-IT" sz="1800" dirty="0" err="1"/>
              <a:t>automation</a:t>
            </a:r>
            <a:r>
              <a:rPr lang="it-IT" sz="1800" dirty="0"/>
              <a:t> and </a:t>
            </a:r>
            <a:r>
              <a:rPr lang="it-IT" sz="1800" dirty="0" err="1"/>
              <a:t>routed</a:t>
            </a:r>
            <a:r>
              <a:rPr lang="it-IT" sz="1800" dirty="0"/>
              <a:t> to ADVISOR_REVIEW to </a:t>
            </a:r>
            <a:r>
              <a:rPr lang="it-IT" sz="1800" dirty="0" err="1"/>
              <a:t>prevent</a:t>
            </a:r>
            <a:r>
              <a:rPr lang="it-IT" sz="1800" dirty="0"/>
              <a:t> inappropriate </a:t>
            </a:r>
            <a:r>
              <a:rPr lang="it-IT" sz="1800" dirty="0" err="1"/>
              <a:t>recommendations</a:t>
            </a:r>
            <a:r>
              <a:rPr lang="it-IT" sz="1800" dirty="0"/>
              <a:t>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11298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510</Words>
  <Application>Microsoft Macintosh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Office Theme</vt:lpstr>
      <vt:lpstr>Recommending Products to clients</vt:lpstr>
      <vt:lpstr>Data Preprocessing</vt:lpstr>
      <vt:lpstr>Data Exploration</vt:lpstr>
      <vt:lpstr>Feature Engineering and Exploratory Data Analysis (aka the result)</vt:lpstr>
      <vt:lpstr>Exploratory Data Analysis: Feature distributions and pairwise correlations after engineering.</vt:lpstr>
      <vt:lpstr>Supervised EDA</vt:lpstr>
      <vt:lpstr>FAMD and GMM</vt:lpstr>
      <vt:lpstr>The Reccomendation Engine</vt:lpstr>
      <vt:lpstr>Data setup</vt:lpstr>
      <vt:lpstr>Model Evaluation Strategy (Metrics)</vt:lpstr>
      <vt:lpstr>Modelling</vt:lpstr>
      <vt:lpstr>Modelling – Stacking Esemble</vt:lpstr>
      <vt:lpstr>Metamodel Ensemble</vt:lpstr>
      <vt:lpstr>The recommendation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Recommending Products to clients</dc:title>
  <dc:creator>Luca Monti</dc:creator>
  <cp:lastModifiedBy>Alberto Pellegrini</cp:lastModifiedBy>
  <cp:revision>8</cp:revision>
  <dcterms:created xsi:type="dcterms:W3CDTF">2026-04-20T13:06:57Z</dcterms:created>
  <dcterms:modified xsi:type="dcterms:W3CDTF">2026-04-21T11:38:19Z</dcterms:modified>
</cp:coreProperties>
</file>